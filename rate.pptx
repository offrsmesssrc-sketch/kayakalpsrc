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7562850" cy="106886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3"/>
    <p:restoredTop sz="94628"/>
  </p:normalViewPr>
  <p:slideViewPr>
    <p:cSldViewPr snapToGrid="0" snapToObjects="1">
      <p:cViewPr varScale="1">
        <p:scale>
          <a:sx n="76" d="100"/>
          <a:sy n="76" d="100"/>
        </p:scale>
        <p:origin x="2904" y="2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562088" cy="3246120"/>
          </a:xfrm>
          <a:prstGeom prst="rect">
            <a:avLst/>
          </a:prstGeom>
          <a:solidFill>
            <a:srgbClr val="310731"/>
          </a:solidFill>
          <a:ln>
            <a:solidFill>
              <a:srgbClr val="3107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cover_lady.jpg"/>
          <p:cNvPicPr>
            <a:picLocks noChangeAspect="1"/>
          </p:cNvPicPr>
          <p:nvPr/>
        </p:nvPicPr>
        <p:blipFill>
          <a:blip r:embed="rId2"/>
          <a:srcRect t="2092" b="2092"/>
          <a:stretch>
            <a:fillRect/>
          </a:stretch>
        </p:blipFill>
        <p:spPr>
          <a:xfrm>
            <a:off x="0" y="0"/>
            <a:ext cx="2606040" cy="32461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7562088" cy="3246120"/>
          </a:xfrm>
          <a:prstGeom prst="rect">
            <a:avLst/>
          </a:prstGeom>
          <a:solidFill>
            <a:srgbClr val="31073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559560" y="404714"/>
            <a:ext cx="4800600" cy="775597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4800" b="1" i="0" dirty="0">
                <a:solidFill>
                  <a:srgbClr val="D6A93D"/>
                </a:solidFill>
                <a:latin typeface="Cambria"/>
              </a:rPr>
              <a:t>KAYA KALP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10359" y="1027520"/>
            <a:ext cx="4800600" cy="652486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4000" b="1" i="0" dirty="0">
                <a:solidFill>
                  <a:srgbClr val="FFA1C7"/>
                </a:solidFill>
                <a:latin typeface="Cambria"/>
              </a:rPr>
              <a:t>BEAUTY PARLOUR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01799" y="1637453"/>
            <a:ext cx="4617720" cy="4678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2800" b="0" i="0" dirty="0">
                <a:solidFill>
                  <a:srgbClr val="FFFFFF"/>
                </a:solidFill>
                <a:latin typeface="Aptos"/>
              </a:rPr>
              <a:t>Rate List &amp; Offers Booklet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1000" y="2218625"/>
            <a:ext cx="4617720" cy="252377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400" b="1" i="0" dirty="0">
                <a:solidFill>
                  <a:srgbClr val="FCCFE1"/>
                </a:solidFill>
                <a:latin typeface="Aptos"/>
              </a:rPr>
              <a:t>A Complete Beauty Destination for Ladies &amp; Girls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72565" y="2764801"/>
            <a:ext cx="4617720" cy="221599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200" b="0" i="0" dirty="0">
                <a:solidFill>
                  <a:srgbClr val="FFFFFF"/>
                </a:solidFill>
                <a:latin typeface="Aptos"/>
              </a:rPr>
              <a:t>Kaya </a:t>
            </a:r>
            <a:r>
              <a:rPr sz="1200" b="0" i="0" dirty="0" err="1">
                <a:solidFill>
                  <a:srgbClr val="FFFFFF"/>
                </a:solidFill>
                <a:latin typeface="Aptos"/>
              </a:rPr>
              <a:t>Kalp</a:t>
            </a:r>
            <a:r>
              <a:rPr sz="1200" b="0" i="0" dirty="0">
                <a:solidFill>
                  <a:srgbClr val="FFFFFF"/>
                </a:solidFill>
                <a:latin typeface="Aptos"/>
              </a:rPr>
              <a:t>, SPMK, SRC  |  Mob: +91 9541020674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0" y="8046720"/>
            <a:ext cx="2377440" cy="2377440"/>
          </a:xfrm>
          <a:prstGeom prst="ellipse">
            <a:avLst/>
          </a:prstGeom>
          <a:solidFill>
            <a:srgbClr val="FCE8EE"/>
          </a:solidFill>
          <a:ln>
            <a:solidFill>
              <a:srgbClr val="FC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64592" y="164592"/>
            <a:ext cx="7232904" cy="10360152"/>
          </a:xfrm>
          <a:prstGeom prst="rect">
            <a:avLst/>
          </a:prstGeom>
          <a:noFill/>
          <a:ln w="15240">
            <a:solidFill>
              <a:srgbClr val="D6A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20040" y="10012680"/>
            <a:ext cx="6903720" cy="347472"/>
          </a:xfrm>
          <a:prstGeom prst="roundRect">
            <a:avLst/>
          </a:prstGeom>
          <a:solidFill>
            <a:srgbClr val="310731"/>
          </a:solidFill>
          <a:ln>
            <a:solidFill>
              <a:srgbClr val="3107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10094976"/>
            <a:ext cx="4114800" cy="1828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ptos"/>
              </a:rPr>
              <a:t>Book your appointment: +91 9541020674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10094976"/>
            <a:ext cx="1005840" cy="1828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850" b="0" i="0">
                <a:solidFill>
                  <a:srgbClr val="FAD5E2"/>
                </a:solidFill>
                <a:latin typeface="Aptos"/>
              </a:rPr>
              <a:t>Page 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4592" y="164592"/>
            <a:ext cx="7232904" cy="10360152"/>
          </a:xfrm>
          <a:prstGeom prst="rect">
            <a:avLst/>
          </a:prstGeom>
          <a:noFill/>
          <a:ln w="15240">
            <a:solidFill>
              <a:srgbClr val="D6A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94360" y="4069080"/>
            <a:ext cx="6400800" cy="4377486"/>
          </a:xfrm>
          <a:prstGeom prst="roundRect">
            <a:avLst/>
          </a:prstGeom>
          <a:solidFill>
            <a:srgbClr val="FFFFFF"/>
          </a:solidFill>
          <a:ln>
            <a:solidFill>
              <a:srgbClr val="D6A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91540" y="4765434"/>
            <a:ext cx="5760720" cy="102181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3200" b="1" i="0" dirty="0">
                <a:solidFill>
                  <a:srgbClr val="5B1446"/>
                </a:solidFill>
                <a:latin typeface="Cambria"/>
              </a:rPr>
              <a:t>Pamper Yourself. Enhance Your Beauty.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6524410"/>
            <a:ext cx="5852160" cy="4678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400" b="1" i="0" dirty="0">
                <a:solidFill>
                  <a:srgbClr val="C4185B"/>
                </a:solidFill>
                <a:latin typeface="Aptos"/>
              </a:rPr>
              <a:t>Hair | Skin Care | Facials | Waxing | Makeup | Massage | Manicure &amp; Pedicure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691640" y="7642348"/>
            <a:ext cx="4206240" cy="438912"/>
          </a:xfrm>
          <a:prstGeom prst="roundRect">
            <a:avLst/>
          </a:prstGeom>
          <a:solidFill>
            <a:srgbClr val="C4185B"/>
          </a:solidFill>
          <a:ln>
            <a:solidFill>
              <a:srgbClr val="C41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3" name="TextBox 22"/>
          <p:cNvSpPr txBox="1"/>
          <p:nvPr/>
        </p:nvSpPr>
        <p:spPr>
          <a:xfrm>
            <a:off x="1828800" y="7770364"/>
            <a:ext cx="3931920" cy="1828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050" b="1" i="0" dirty="0">
                <a:solidFill>
                  <a:srgbClr val="FFFFFF"/>
                </a:solidFill>
                <a:latin typeface="Aptos"/>
              </a:rPr>
              <a:t>Look Good. Feel Beautiful. Be Your Best!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0040" y="10012680"/>
            <a:ext cx="6903720" cy="347472"/>
          </a:xfrm>
          <a:prstGeom prst="roundRect">
            <a:avLst/>
          </a:prstGeom>
          <a:solidFill>
            <a:srgbClr val="310731"/>
          </a:solidFill>
          <a:ln>
            <a:solidFill>
              <a:srgbClr val="3107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2920" y="10094976"/>
            <a:ext cx="4114800" cy="1828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ptos"/>
              </a:rPr>
              <a:t>Book your appointment: +91 9541020674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89320" y="10094976"/>
            <a:ext cx="1005840" cy="1828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850" b="0" i="0">
                <a:solidFill>
                  <a:srgbClr val="FAD5E2"/>
                </a:solidFill>
                <a:latin typeface="Aptos"/>
              </a:rPr>
              <a:t>Page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320040" y="502920"/>
            <a:ext cx="1737360" cy="1737360"/>
          </a:xfrm>
          <a:prstGeom prst="ellipse">
            <a:avLst/>
          </a:prstGeom>
          <a:solidFill>
            <a:srgbClr val="FCE8EE"/>
          </a:solidFill>
          <a:ln>
            <a:solidFill>
              <a:srgbClr val="FC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943600" y="8046720"/>
            <a:ext cx="2377440" cy="2377440"/>
          </a:xfrm>
          <a:prstGeom prst="ellipse">
            <a:avLst/>
          </a:prstGeom>
          <a:solidFill>
            <a:srgbClr val="FCE8EE"/>
          </a:solidFill>
          <a:ln>
            <a:solidFill>
              <a:srgbClr val="FC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080760" y="274320"/>
            <a:ext cx="1371600" cy="1371600"/>
          </a:xfrm>
          <a:prstGeom prst="ellipse">
            <a:avLst/>
          </a:prstGeom>
          <a:solidFill>
            <a:srgbClr val="FCE8EE"/>
          </a:solidFill>
          <a:ln>
            <a:solidFill>
              <a:srgbClr val="FC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64592" y="164592"/>
            <a:ext cx="7232904" cy="10360152"/>
          </a:xfrm>
          <a:prstGeom prst="rect">
            <a:avLst/>
          </a:prstGeom>
          <a:noFill/>
          <a:ln w="15240">
            <a:solidFill>
              <a:srgbClr val="D6A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20040" y="10012680"/>
            <a:ext cx="6903720" cy="347472"/>
          </a:xfrm>
          <a:prstGeom prst="roundRect">
            <a:avLst/>
          </a:prstGeom>
          <a:solidFill>
            <a:srgbClr val="310731"/>
          </a:solidFill>
          <a:ln>
            <a:solidFill>
              <a:srgbClr val="3107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0094976"/>
            <a:ext cx="4114800" cy="1828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ptos"/>
              </a:rPr>
              <a:t>Book your appointment: +91 9541020674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89320" y="10094976"/>
            <a:ext cx="1005840" cy="1828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850" b="0" i="0">
                <a:solidFill>
                  <a:srgbClr val="FAD5E2"/>
                </a:solidFill>
                <a:latin typeface="Aptos"/>
              </a:rPr>
              <a:t>Page 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320040"/>
            <a:ext cx="6922008" cy="713232"/>
          </a:xfrm>
          <a:prstGeom prst="roundRect">
            <a:avLst/>
          </a:prstGeom>
          <a:solidFill>
            <a:srgbClr val="310731"/>
          </a:solidFill>
          <a:ln>
            <a:solidFill>
              <a:srgbClr val="3107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429768"/>
            <a:ext cx="201168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800" b="1" i="0">
                <a:solidFill>
                  <a:srgbClr val="D6A93D"/>
                </a:solidFill>
                <a:latin typeface="Cambria"/>
              </a:rPr>
              <a:t>KAYA KALP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429768"/>
            <a:ext cx="393192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550" b="1" i="0">
                <a:solidFill>
                  <a:srgbClr val="FFFFFF"/>
                </a:solidFill>
                <a:latin typeface="Cambria"/>
              </a:rPr>
              <a:t>THREADING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749808"/>
            <a:ext cx="4297680" cy="16459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750" b="0" i="0">
                <a:solidFill>
                  <a:srgbClr val="FCCFE1"/>
                </a:solidFill>
                <a:latin typeface="Aptos"/>
              </a:rPr>
              <a:t>Beauty Parlour | Kaya Kalp, SPMK, SRC | Mob: +91 9541020674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" y="1325880"/>
            <a:ext cx="2084831" cy="15361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6A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threading_lady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93776" y="1380744"/>
            <a:ext cx="1975104" cy="142646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743200" y="1417320"/>
            <a:ext cx="4114800" cy="38404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200" b="1" i="0">
                <a:solidFill>
                  <a:srgbClr val="5B1446"/>
                </a:solidFill>
                <a:latin typeface="Cambria"/>
              </a:rPr>
              <a:t>Threading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61488" y="1847088"/>
            <a:ext cx="3977639" cy="25603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1" i="0">
                <a:solidFill>
                  <a:srgbClr val="C4185B"/>
                </a:solidFill>
                <a:latin typeface="Aptos"/>
              </a:rPr>
              <a:t>Basic grooming and neat finishing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61488" y="2167128"/>
            <a:ext cx="3977639" cy="13716"/>
          </a:xfrm>
          <a:prstGeom prst="rect">
            <a:avLst/>
          </a:prstGeom>
          <a:solidFill>
            <a:srgbClr val="D6A93D"/>
          </a:solidFill>
          <a:ln>
            <a:solidFill>
              <a:srgbClr val="D6A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761488" y="2267712"/>
            <a:ext cx="4023360" cy="25603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850" b="0" i="0">
                <a:solidFill>
                  <a:srgbClr val="6C5564"/>
                </a:solidFill>
                <a:latin typeface="Aptos"/>
              </a:rPr>
              <a:t>Professional beauty care for ladies and girls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090672"/>
            <a:ext cx="1417320" cy="292608"/>
          </a:xfrm>
          <a:prstGeom prst="roundRect">
            <a:avLst/>
          </a:prstGeom>
          <a:solidFill>
            <a:srgbClr val="C4185B"/>
          </a:solidFill>
          <a:ln>
            <a:solidFill>
              <a:srgbClr val="C41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66928" y="3159252"/>
            <a:ext cx="1289304" cy="146304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Aptos"/>
              </a:rPr>
              <a:t>Rate List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520440"/>
            <a:ext cx="6720840" cy="4572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C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2648" y="3602736"/>
            <a:ext cx="5596128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50" b="0" i="0">
                <a:solidFill>
                  <a:srgbClr val="30182D"/>
                </a:solidFill>
                <a:latin typeface="Aptos"/>
              </a:rPr>
              <a:t>Eye Brow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3602736"/>
            <a:ext cx="9144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19" b="1" i="0">
                <a:solidFill>
                  <a:srgbClr val="C4185B"/>
                </a:solidFill>
                <a:latin typeface="Aptos"/>
              </a:rPr>
              <a:t>Rs. 30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023360"/>
            <a:ext cx="6720840" cy="4572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C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12648" y="4105656"/>
            <a:ext cx="5596128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50" b="0" i="0">
                <a:solidFill>
                  <a:srgbClr val="30182D"/>
                </a:solidFill>
                <a:latin typeface="Aptos"/>
              </a:rPr>
              <a:t>Up Lips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200" y="4105656"/>
            <a:ext cx="9144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19" b="1" i="0">
                <a:solidFill>
                  <a:srgbClr val="C4185B"/>
                </a:solidFill>
                <a:latin typeface="Aptos"/>
              </a:rPr>
              <a:t>Rs. 20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4526280"/>
            <a:ext cx="6720840" cy="4572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C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12648" y="4608576"/>
            <a:ext cx="5596128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50" b="0" i="0">
                <a:solidFill>
                  <a:srgbClr val="30182D"/>
                </a:solidFill>
                <a:latin typeface="Aptos"/>
              </a:rPr>
              <a:t>Fore Head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72200" y="4608576"/>
            <a:ext cx="9144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19" b="1" i="0">
                <a:solidFill>
                  <a:srgbClr val="C4185B"/>
                </a:solidFill>
                <a:latin typeface="Aptos"/>
              </a:rPr>
              <a:t>Rs. 20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5029200"/>
            <a:ext cx="6720840" cy="4572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C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12648" y="5111496"/>
            <a:ext cx="5596128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50" b="0" i="0">
                <a:solidFill>
                  <a:srgbClr val="30182D"/>
                </a:solidFill>
                <a:latin typeface="Aptos"/>
              </a:rPr>
              <a:t>Chin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72200" y="5111496"/>
            <a:ext cx="9144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19" b="1" i="0">
                <a:solidFill>
                  <a:srgbClr val="C4185B"/>
                </a:solidFill>
                <a:latin typeface="Aptos"/>
              </a:rPr>
              <a:t>Rs. 10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5532120"/>
            <a:ext cx="6720840" cy="4572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C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12648" y="5614416"/>
            <a:ext cx="5596128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50" b="0" i="0">
                <a:solidFill>
                  <a:srgbClr val="30182D"/>
                </a:solidFill>
                <a:latin typeface="Aptos"/>
              </a:rPr>
              <a:t>Face Side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72200" y="5614416"/>
            <a:ext cx="9144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19" b="1" i="0">
                <a:solidFill>
                  <a:srgbClr val="C4185B"/>
                </a:solidFill>
                <a:latin typeface="Aptos"/>
              </a:rPr>
              <a:t>Rs. 50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6035040"/>
            <a:ext cx="6720840" cy="4572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C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12648" y="6117336"/>
            <a:ext cx="5596128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50" b="0" i="0">
                <a:solidFill>
                  <a:srgbClr val="30182D"/>
                </a:solidFill>
                <a:latin typeface="Aptos"/>
              </a:rPr>
              <a:t>Full Side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72200" y="6117336"/>
            <a:ext cx="9144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19" b="1" i="0">
                <a:solidFill>
                  <a:srgbClr val="C4185B"/>
                </a:solidFill>
                <a:latin typeface="Aptos"/>
              </a:rPr>
              <a:t>Rs. 100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320040" y="502920"/>
            <a:ext cx="1737360" cy="1737360"/>
          </a:xfrm>
          <a:prstGeom prst="ellipse">
            <a:avLst/>
          </a:prstGeom>
          <a:solidFill>
            <a:srgbClr val="FCE8EE"/>
          </a:solidFill>
          <a:ln>
            <a:solidFill>
              <a:srgbClr val="FC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943600" y="8046720"/>
            <a:ext cx="2377440" cy="2377440"/>
          </a:xfrm>
          <a:prstGeom prst="ellipse">
            <a:avLst/>
          </a:prstGeom>
          <a:solidFill>
            <a:srgbClr val="FCE8EE"/>
          </a:solidFill>
          <a:ln>
            <a:solidFill>
              <a:srgbClr val="FC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080760" y="274320"/>
            <a:ext cx="1371600" cy="1371600"/>
          </a:xfrm>
          <a:prstGeom prst="ellipse">
            <a:avLst/>
          </a:prstGeom>
          <a:solidFill>
            <a:srgbClr val="FCE8EE"/>
          </a:solidFill>
          <a:ln>
            <a:solidFill>
              <a:srgbClr val="FC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64592" y="164592"/>
            <a:ext cx="7232904" cy="10360152"/>
          </a:xfrm>
          <a:prstGeom prst="rect">
            <a:avLst/>
          </a:prstGeom>
          <a:noFill/>
          <a:ln w="15240">
            <a:solidFill>
              <a:srgbClr val="D6A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20040" y="10012680"/>
            <a:ext cx="6903720" cy="347472"/>
          </a:xfrm>
          <a:prstGeom prst="roundRect">
            <a:avLst/>
          </a:prstGeom>
          <a:solidFill>
            <a:srgbClr val="310731"/>
          </a:solidFill>
          <a:ln>
            <a:solidFill>
              <a:srgbClr val="3107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0094976"/>
            <a:ext cx="4114800" cy="1828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ptos"/>
              </a:rPr>
              <a:t>Book your appointment: +91 9541020674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89320" y="10094976"/>
            <a:ext cx="1005840" cy="1828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850" b="0" i="0">
                <a:solidFill>
                  <a:srgbClr val="FAD5E2"/>
                </a:solidFill>
                <a:latin typeface="Aptos"/>
              </a:rPr>
              <a:t>Page 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320040"/>
            <a:ext cx="6922008" cy="713232"/>
          </a:xfrm>
          <a:prstGeom prst="roundRect">
            <a:avLst/>
          </a:prstGeom>
          <a:solidFill>
            <a:srgbClr val="310731"/>
          </a:solidFill>
          <a:ln>
            <a:solidFill>
              <a:srgbClr val="3107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429768"/>
            <a:ext cx="201168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800" b="1" i="0">
                <a:solidFill>
                  <a:srgbClr val="D6A93D"/>
                </a:solidFill>
                <a:latin typeface="Cambria"/>
              </a:rPr>
              <a:t>KAYA KALP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429768"/>
            <a:ext cx="393192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550" b="1" i="0">
                <a:solidFill>
                  <a:srgbClr val="FFFFFF"/>
                </a:solidFill>
                <a:latin typeface="Cambria"/>
              </a:rPr>
              <a:t>BLEACH &amp; DE-TAN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749808"/>
            <a:ext cx="4297680" cy="16459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750" b="0" i="0">
                <a:solidFill>
                  <a:srgbClr val="FCCFE1"/>
                </a:solidFill>
                <a:latin typeface="Aptos"/>
              </a:rPr>
              <a:t>Beauty Parlour | Kaya Kalp, SPMK, SRC | Mob: +91 9541020674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" y="1325880"/>
            <a:ext cx="2084831" cy="15361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6A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bleach_facial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93776" y="1380744"/>
            <a:ext cx="1975104" cy="142646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743200" y="1417320"/>
            <a:ext cx="4114800" cy="38404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200" b="1" i="0">
                <a:solidFill>
                  <a:srgbClr val="5B1446"/>
                </a:solidFill>
                <a:latin typeface="Cambria"/>
              </a:rPr>
              <a:t>Bleach &amp; De-Tan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61488" y="1847088"/>
            <a:ext cx="3977639" cy="25603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1" i="0">
                <a:solidFill>
                  <a:srgbClr val="C4185B"/>
                </a:solidFill>
                <a:latin typeface="Aptos"/>
              </a:rPr>
              <a:t>Fresh glow and tan-removal care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61488" y="2167128"/>
            <a:ext cx="3977639" cy="13716"/>
          </a:xfrm>
          <a:prstGeom prst="rect">
            <a:avLst/>
          </a:prstGeom>
          <a:solidFill>
            <a:srgbClr val="D6A93D"/>
          </a:solidFill>
          <a:ln>
            <a:solidFill>
              <a:srgbClr val="D6A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761488" y="2267712"/>
            <a:ext cx="4023360" cy="25603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850" b="0" i="0">
                <a:solidFill>
                  <a:srgbClr val="6C5564"/>
                </a:solidFill>
                <a:latin typeface="Aptos"/>
              </a:rPr>
              <a:t>Professional beauty care for ladies and girls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090672"/>
            <a:ext cx="1417320" cy="292608"/>
          </a:xfrm>
          <a:prstGeom prst="roundRect">
            <a:avLst/>
          </a:prstGeom>
          <a:solidFill>
            <a:srgbClr val="C4185B"/>
          </a:solidFill>
          <a:ln>
            <a:solidFill>
              <a:srgbClr val="C41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66928" y="3159252"/>
            <a:ext cx="1289304" cy="146304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Aptos"/>
              </a:rPr>
              <a:t>Rate List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520440"/>
            <a:ext cx="6720840" cy="4572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C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2648" y="3602736"/>
            <a:ext cx="5596128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50" b="0" i="0">
                <a:solidFill>
                  <a:srgbClr val="30182D"/>
                </a:solidFill>
                <a:latin typeface="Aptos"/>
              </a:rPr>
              <a:t>Fruit Bleach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3602736"/>
            <a:ext cx="9144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19" b="1" i="0">
                <a:solidFill>
                  <a:srgbClr val="C4185B"/>
                </a:solidFill>
                <a:latin typeface="Aptos"/>
              </a:rPr>
              <a:t>Rs. 120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023360"/>
            <a:ext cx="6720840" cy="4572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C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12648" y="4105656"/>
            <a:ext cx="5596128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50" b="0" i="0">
                <a:solidFill>
                  <a:srgbClr val="30182D"/>
                </a:solidFill>
                <a:latin typeface="Aptos"/>
              </a:rPr>
              <a:t>Oxy Bleach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200" y="4105656"/>
            <a:ext cx="9144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19" b="1" i="0">
                <a:solidFill>
                  <a:srgbClr val="C4185B"/>
                </a:solidFill>
                <a:latin typeface="Aptos"/>
              </a:rPr>
              <a:t>Rs. 130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4526280"/>
            <a:ext cx="6720840" cy="4572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C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12648" y="4608576"/>
            <a:ext cx="5596128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50" b="0" i="0">
                <a:solidFill>
                  <a:srgbClr val="30182D"/>
                </a:solidFill>
                <a:latin typeface="Aptos"/>
              </a:rPr>
              <a:t>Olivia Bleach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72200" y="4608576"/>
            <a:ext cx="9144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19" b="1" i="0">
                <a:solidFill>
                  <a:srgbClr val="C4185B"/>
                </a:solidFill>
                <a:latin typeface="Aptos"/>
              </a:rPr>
              <a:t>Rs. 120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5029200"/>
            <a:ext cx="6720840" cy="4572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C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12648" y="5111496"/>
            <a:ext cx="5596128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50" b="0" i="0">
                <a:solidFill>
                  <a:srgbClr val="30182D"/>
                </a:solidFill>
                <a:latin typeface="Aptos"/>
              </a:rPr>
              <a:t>Nature Gold Bleach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72200" y="5111496"/>
            <a:ext cx="9144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19" b="1" i="0">
                <a:solidFill>
                  <a:srgbClr val="C4185B"/>
                </a:solidFill>
                <a:latin typeface="Aptos"/>
              </a:rPr>
              <a:t>Rs. 160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5532120"/>
            <a:ext cx="6720840" cy="4572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C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12648" y="5614416"/>
            <a:ext cx="5596128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50" b="0" i="0">
                <a:solidFill>
                  <a:srgbClr val="30182D"/>
                </a:solidFill>
                <a:latin typeface="Aptos"/>
              </a:rPr>
              <a:t>Nature Pro Lato Bleach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72200" y="5614416"/>
            <a:ext cx="9144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19" b="1" i="0">
                <a:solidFill>
                  <a:srgbClr val="C4185B"/>
                </a:solidFill>
                <a:latin typeface="Aptos"/>
              </a:rPr>
              <a:t>Rs. 200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6035040"/>
            <a:ext cx="6720840" cy="4572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C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12648" y="6117336"/>
            <a:ext cx="5596128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50" b="0" i="0">
                <a:solidFill>
                  <a:srgbClr val="30182D"/>
                </a:solidFill>
                <a:latin typeface="Aptos"/>
              </a:rPr>
              <a:t>Vedic Line Charcoal Bleach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72200" y="6117336"/>
            <a:ext cx="9144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19" b="1" i="0">
                <a:solidFill>
                  <a:srgbClr val="C4185B"/>
                </a:solidFill>
                <a:latin typeface="Aptos"/>
              </a:rPr>
              <a:t>Rs. 130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920" y="6537960"/>
            <a:ext cx="6720840" cy="4572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C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12648" y="6620256"/>
            <a:ext cx="5596128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50" b="0" i="0">
                <a:solidFill>
                  <a:srgbClr val="30182D"/>
                </a:solidFill>
                <a:latin typeface="Aptos"/>
              </a:rPr>
              <a:t>De Tan Nature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72200" y="6620256"/>
            <a:ext cx="9144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19" b="1" i="0">
                <a:solidFill>
                  <a:srgbClr val="C4185B"/>
                </a:solidFill>
                <a:latin typeface="Aptos"/>
              </a:rPr>
              <a:t>Rs. 300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02920" y="7040880"/>
            <a:ext cx="6720840" cy="4572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C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12648" y="7123176"/>
            <a:ext cx="5596128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50" b="0" i="0">
                <a:solidFill>
                  <a:srgbClr val="30182D"/>
                </a:solidFill>
                <a:latin typeface="Aptos"/>
              </a:rPr>
              <a:t>O3++ De Tan Pack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72200" y="7123176"/>
            <a:ext cx="9144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19" b="1" i="0">
                <a:solidFill>
                  <a:srgbClr val="C4185B"/>
                </a:solidFill>
                <a:latin typeface="Aptos"/>
              </a:rPr>
              <a:t>Rs. 500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320040" y="502920"/>
            <a:ext cx="1737360" cy="1737360"/>
          </a:xfrm>
          <a:prstGeom prst="ellipse">
            <a:avLst/>
          </a:prstGeom>
          <a:solidFill>
            <a:srgbClr val="FCE8EE"/>
          </a:solidFill>
          <a:ln>
            <a:solidFill>
              <a:srgbClr val="FC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943600" y="8046720"/>
            <a:ext cx="2377440" cy="2377440"/>
          </a:xfrm>
          <a:prstGeom prst="ellipse">
            <a:avLst/>
          </a:prstGeom>
          <a:solidFill>
            <a:srgbClr val="FCE8EE"/>
          </a:solidFill>
          <a:ln>
            <a:solidFill>
              <a:srgbClr val="FC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080760" y="274320"/>
            <a:ext cx="1371600" cy="1371600"/>
          </a:xfrm>
          <a:prstGeom prst="ellipse">
            <a:avLst/>
          </a:prstGeom>
          <a:solidFill>
            <a:srgbClr val="FCE8EE"/>
          </a:solidFill>
          <a:ln>
            <a:solidFill>
              <a:srgbClr val="FC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64592" y="164592"/>
            <a:ext cx="7232904" cy="10360152"/>
          </a:xfrm>
          <a:prstGeom prst="rect">
            <a:avLst/>
          </a:prstGeom>
          <a:noFill/>
          <a:ln w="15240">
            <a:solidFill>
              <a:srgbClr val="D6A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20040" y="10012680"/>
            <a:ext cx="6903720" cy="347472"/>
          </a:xfrm>
          <a:prstGeom prst="roundRect">
            <a:avLst/>
          </a:prstGeom>
          <a:solidFill>
            <a:srgbClr val="310731"/>
          </a:solidFill>
          <a:ln>
            <a:solidFill>
              <a:srgbClr val="3107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0094976"/>
            <a:ext cx="4114800" cy="1828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ptos"/>
              </a:rPr>
              <a:t>Book your appointment: +91 9541020674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89320" y="10094976"/>
            <a:ext cx="1005840" cy="1828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850" b="0" i="0">
                <a:solidFill>
                  <a:srgbClr val="FAD5E2"/>
                </a:solidFill>
                <a:latin typeface="Aptos"/>
              </a:rPr>
              <a:t>Page 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320040"/>
            <a:ext cx="6922008" cy="713232"/>
          </a:xfrm>
          <a:prstGeom prst="roundRect">
            <a:avLst/>
          </a:prstGeom>
          <a:solidFill>
            <a:srgbClr val="310731"/>
          </a:solidFill>
          <a:ln>
            <a:solidFill>
              <a:srgbClr val="3107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429768"/>
            <a:ext cx="201168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800" b="1" i="0">
                <a:solidFill>
                  <a:srgbClr val="D6A93D"/>
                </a:solidFill>
                <a:latin typeface="Cambria"/>
              </a:rPr>
              <a:t>KAYA KALP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429768"/>
            <a:ext cx="393192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550" b="1" i="0">
                <a:solidFill>
                  <a:srgbClr val="FFFFFF"/>
                </a:solidFill>
                <a:latin typeface="Cambria"/>
              </a:rPr>
              <a:t>FACIALS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749808"/>
            <a:ext cx="4297680" cy="16459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750" b="0" i="0">
                <a:solidFill>
                  <a:srgbClr val="FCCFE1"/>
                </a:solidFill>
                <a:latin typeface="Aptos"/>
              </a:rPr>
              <a:t>Beauty Parlour | Kaya Kalp, SPMK, SRC | Mob: +91 9541020674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" y="1325880"/>
            <a:ext cx="2084831" cy="15361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6A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facial_mask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93776" y="1380744"/>
            <a:ext cx="1975104" cy="142646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743200" y="1417320"/>
            <a:ext cx="4114800" cy="38404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200" b="1" i="0">
                <a:solidFill>
                  <a:srgbClr val="5B1446"/>
                </a:solidFill>
                <a:latin typeface="Cambria"/>
              </a:rPr>
              <a:t>Facials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61488" y="1847088"/>
            <a:ext cx="3977639" cy="25603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1" i="0">
                <a:solidFill>
                  <a:srgbClr val="C4185B"/>
                </a:solidFill>
                <a:latin typeface="Aptos"/>
              </a:rPr>
              <a:t>Skin care and glow treatments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61488" y="2167128"/>
            <a:ext cx="3977639" cy="13716"/>
          </a:xfrm>
          <a:prstGeom prst="rect">
            <a:avLst/>
          </a:prstGeom>
          <a:solidFill>
            <a:srgbClr val="D6A93D"/>
          </a:solidFill>
          <a:ln>
            <a:solidFill>
              <a:srgbClr val="D6A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761488" y="2267712"/>
            <a:ext cx="4023360" cy="25603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850" b="0" i="0">
                <a:solidFill>
                  <a:srgbClr val="6C5564"/>
                </a:solidFill>
                <a:latin typeface="Aptos"/>
              </a:rPr>
              <a:t>Professional beauty care for ladies and girls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090672"/>
            <a:ext cx="1417320" cy="292608"/>
          </a:xfrm>
          <a:prstGeom prst="roundRect">
            <a:avLst/>
          </a:prstGeom>
          <a:solidFill>
            <a:srgbClr val="C4185B"/>
          </a:solidFill>
          <a:ln>
            <a:solidFill>
              <a:srgbClr val="C41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66928" y="3159252"/>
            <a:ext cx="1289304" cy="146304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Aptos"/>
              </a:rPr>
              <a:t>Rate List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520440"/>
            <a:ext cx="3268980" cy="4572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C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2648" y="3602736"/>
            <a:ext cx="2144268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919" b="0" i="0">
                <a:solidFill>
                  <a:srgbClr val="30182D"/>
                </a:solidFill>
                <a:latin typeface="Aptos"/>
              </a:rPr>
              <a:t>Gold Facial Nature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20340" y="3602736"/>
            <a:ext cx="9144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910" b="1" i="0">
                <a:solidFill>
                  <a:srgbClr val="C4185B"/>
                </a:solidFill>
                <a:latin typeface="Aptos"/>
              </a:rPr>
              <a:t>Rs. 500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023360"/>
            <a:ext cx="3268980" cy="4572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C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12648" y="4105656"/>
            <a:ext cx="2144268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919" b="0" i="0">
                <a:solidFill>
                  <a:srgbClr val="30182D"/>
                </a:solidFill>
                <a:latin typeface="Aptos"/>
              </a:rPr>
              <a:t>Lotus with Glow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20340" y="4105656"/>
            <a:ext cx="9144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910" b="1" i="0">
                <a:solidFill>
                  <a:srgbClr val="C4185B"/>
                </a:solidFill>
                <a:latin typeface="Aptos"/>
              </a:rPr>
              <a:t>Rs. 600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4526280"/>
            <a:ext cx="3268980" cy="4572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C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12648" y="4608576"/>
            <a:ext cx="2144268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919" b="0" i="0">
                <a:solidFill>
                  <a:srgbClr val="30182D"/>
                </a:solidFill>
                <a:latin typeface="Aptos"/>
              </a:rPr>
              <a:t>Papaya Fruit Facial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20340" y="4608576"/>
            <a:ext cx="9144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910" b="1" i="0">
                <a:solidFill>
                  <a:srgbClr val="C4185B"/>
                </a:solidFill>
                <a:latin typeface="Aptos"/>
              </a:rPr>
              <a:t>Rs. 600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5029200"/>
            <a:ext cx="3268980" cy="4572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C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12648" y="5111496"/>
            <a:ext cx="2144268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919" b="0" i="0">
                <a:solidFill>
                  <a:srgbClr val="30182D"/>
                </a:solidFill>
                <a:latin typeface="Aptos"/>
              </a:rPr>
              <a:t>VLCC Pearl n Diamond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20340" y="5111496"/>
            <a:ext cx="9144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910" b="1" i="0">
                <a:solidFill>
                  <a:srgbClr val="C4185B"/>
                </a:solidFill>
                <a:latin typeface="Aptos"/>
              </a:rPr>
              <a:t>Rs. 550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5532120"/>
            <a:ext cx="3268980" cy="4572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C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12648" y="5614416"/>
            <a:ext cx="2144268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919" b="0" i="0">
                <a:solidFill>
                  <a:srgbClr val="30182D"/>
                </a:solidFill>
                <a:latin typeface="Aptos"/>
              </a:rPr>
              <a:t>VLCC Instant Glow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20340" y="5614416"/>
            <a:ext cx="9144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910" b="1" i="0">
                <a:solidFill>
                  <a:srgbClr val="C4185B"/>
                </a:solidFill>
                <a:latin typeface="Aptos"/>
              </a:rPr>
              <a:t>Rs. 500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6035040"/>
            <a:ext cx="3268980" cy="4572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C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12648" y="6117336"/>
            <a:ext cx="2144268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919" b="0" i="0">
                <a:solidFill>
                  <a:srgbClr val="30182D"/>
                </a:solidFill>
                <a:latin typeface="Aptos"/>
              </a:rPr>
              <a:t>Nutri Glow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20340" y="6117336"/>
            <a:ext cx="9144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910" b="1" i="0">
                <a:solidFill>
                  <a:srgbClr val="C4185B"/>
                </a:solidFill>
                <a:latin typeface="Aptos"/>
              </a:rPr>
              <a:t>Ask at parlour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920" y="6537960"/>
            <a:ext cx="3268980" cy="4572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C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12648" y="6620256"/>
            <a:ext cx="2144268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919" b="0" i="0">
                <a:solidFill>
                  <a:srgbClr val="30182D"/>
                </a:solidFill>
                <a:latin typeface="Aptos"/>
              </a:rPr>
              <a:t>Shahnaz Facial (Gold)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20340" y="6620256"/>
            <a:ext cx="9144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910" b="1" i="0">
                <a:solidFill>
                  <a:srgbClr val="C4185B"/>
                </a:solidFill>
                <a:latin typeface="Aptos"/>
              </a:rPr>
              <a:t>Rs. 1500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02920" y="7040880"/>
            <a:ext cx="3268980" cy="4572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C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12648" y="7123176"/>
            <a:ext cx="2144268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919" b="0" i="0">
                <a:solidFill>
                  <a:srgbClr val="30182D"/>
                </a:solidFill>
                <a:latin typeface="Aptos"/>
              </a:rPr>
              <a:t>Lotus Gold Facial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20340" y="7123176"/>
            <a:ext cx="9144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910" b="1" i="0">
                <a:solidFill>
                  <a:srgbClr val="C4185B"/>
                </a:solidFill>
                <a:latin typeface="Aptos"/>
              </a:rPr>
              <a:t>Ask at parlour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02920" y="7543800"/>
            <a:ext cx="3268980" cy="4572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C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12648" y="7626096"/>
            <a:ext cx="2144268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919" b="0" i="0">
                <a:solidFill>
                  <a:srgbClr val="30182D"/>
                </a:solidFill>
                <a:latin typeface="Aptos"/>
              </a:rPr>
              <a:t>De-tan Facial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20340" y="7626096"/>
            <a:ext cx="9144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910" b="1" i="0">
                <a:solidFill>
                  <a:srgbClr val="C4185B"/>
                </a:solidFill>
                <a:latin typeface="Aptos"/>
              </a:rPr>
              <a:t>Rs. 500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954780" y="3520440"/>
            <a:ext cx="3268980" cy="4572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C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064508" y="3602736"/>
            <a:ext cx="2144268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919" b="0" i="0">
                <a:solidFill>
                  <a:srgbClr val="30182D"/>
                </a:solidFill>
                <a:latin typeface="Aptos"/>
              </a:rPr>
              <a:t>Wedding Glow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72200" y="3602736"/>
            <a:ext cx="9144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910" b="1" i="0">
                <a:solidFill>
                  <a:srgbClr val="C4185B"/>
                </a:solidFill>
                <a:latin typeface="Aptos"/>
              </a:rPr>
              <a:t>Ask at parlour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954780" y="4023360"/>
            <a:ext cx="3268980" cy="4572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C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064508" y="4105656"/>
            <a:ext cx="2144268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919" b="0" i="0">
                <a:solidFill>
                  <a:srgbClr val="30182D"/>
                </a:solidFill>
                <a:latin typeface="Aptos"/>
              </a:rPr>
              <a:t>Bridal Facial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172200" y="4105656"/>
            <a:ext cx="9144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910" b="1" i="0">
                <a:solidFill>
                  <a:srgbClr val="C4185B"/>
                </a:solidFill>
                <a:latin typeface="Aptos"/>
              </a:rPr>
              <a:t>Ask at parlour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954780" y="4526280"/>
            <a:ext cx="3268980" cy="4572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C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064508" y="4608576"/>
            <a:ext cx="2144268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919" b="0" i="0">
                <a:solidFill>
                  <a:srgbClr val="30182D"/>
                </a:solidFill>
                <a:latin typeface="Aptos"/>
              </a:rPr>
              <a:t>Ozone Facial / Xpress Facial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172200" y="4608576"/>
            <a:ext cx="9144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910" b="1" i="0">
                <a:solidFill>
                  <a:srgbClr val="C4185B"/>
                </a:solidFill>
                <a:latin typeface="Aptos"/>
              </a:rPr>
              <a:t>Rs. 700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954780" y="5029200"/>
            <a:ext cx="3268980" cy="4572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C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064508" y="5111496"/>
            <a:ext cx="2144268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919" b="0" i="0">
                <a:solidFill>
                  <a:srgbClr val="30182D"/>
                </a:solidFill>
                <a:latin typeface="Aptos"/>
              </a:rPr>
              <a:t>O3++ Facial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172200" y="5111496"/>
            <a:ext cx="9144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910" b="1" i="0">
                <a:solidFill>
                  <a:srgbClr val="C4185B"/>
                </a:solidFill>
                <a:latin typeface="Aptos"/>
              </a:rPr>
              <a:t>Rs. 2000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954780" y="5532120"/>
            <a:ext cx="3268980" cy="4572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C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4064508" y="5614416"/>
            <a:ext cx="2144268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919" b="0" i="0">
                <a:solidFill>
                  <a:srgbClr val="30182D"/>
                </a:solidFill>
                <a:latin typeface="Aptos"/>
              </a:rPr>
              <a:t>Korean Facial (Glass)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172200" y="5614416"/>
            <a:ext cx="9144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910" b="1" i="0">
                <a:solidFill>
                  <a:srgbClr val="C4185B"/>
                </a:solidFill>
                <a:latin typeface="Aptos"/>
              </a:rPr>
              <a:t>Rs. 700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3954780" y="6035040"/>
            <a:ext cx="3268980" cy="4572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C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4064508" y="6117336"/>
            <a:ext cx="2144268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919" b="0" i="0">
                <a:solidFill>
                  <a:srgbClr val="30182D"/>
                </a:solidFill>
                <a:latin typeface="Aptos"/>
              </a:rPr>
              <a:t>Aroma Facial (Aloe-vera)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72200" y="6117336"/>
            <a:ext cx="9144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910" b="1" i="0">
                <a:solidFill>
                  <a:srgbClr val="C4185B"/>
                </a:solidFill>
                <a:latin typeface="Aptos"/>
              </a:rPr>
              <a:t>Rs. 600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3954780" y="6537960"/>
            <a:ext cx="3268980" cy="4572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C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4064508" y="6620256"/>
            <a:ext cx="2144268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919" b="0" i="0">
                <a:solidFill>
                  <a:srgbClr val="30182D"/>
                </a:solidFill>
                <a:latin typeface="Aptos"/>
              </a:rPr>
              <a:t>Vedic Facial (Vit C)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172200" y="6620256"/>
            <a:ext cx="9144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910" b="1" i="0">
                <a:solidFill>
                  <a:srgbClr val="C4185B"/>
                </a:solidFill>
                <a:latin typeface="Aptos"/>
              </a:rPr>
              <a:t>Rs. 600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3954780" y="7040880"/>
            <a:ext cx="3268980" cy="4572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C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4064508" y="7123176"/>
            <a:ext cx="2144268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919" b="0" i="0">
                <a:solidFill>
                  <a:srgbClr val="30182D"/>
                </a:solidFill>
                <a:latin typeface="Aptos"/>
              </a:rPr>
              <a:t>Thermo Herb Facial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172200" y="7123176"/>
            <a:ext cx="9144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910" b="1" i="0">
                <a:solidFill>
                  <a:srgbClr val="C4185B"/>
                </a:solidFill>
                <a:latin typeface="Aptos"/>
              </a:rPr>
              <a:t>Rs. 1000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3954780" y="7543800"/>
            <a:ext cx="3268980" cy="4572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C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4064508" y="7626096"/>
            <a:ext cx="2144268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919" b="0" i="0">
                <a:solidFill>
                  <a:srgbClr val="30182D"/>
                </a:solidFill>
                <a:latin typeface="Aptos"/>
              </a:rPr>
              <a:t>Home Remedies - Fruit Original Juice Facial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172200" y="7626096"/>
            <a:ext cx="9144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910" b="1" i="0">
                <a:solidFill>
                  <a:srgbClr val="C4185B"/>
                </a:solidFill>
                <a:latin typeface="Aptos"/>
              </a:rPr>
              <a:t>Rs. 500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66928" y="9646920"/>
            <a:ext cx="6492240" cy="237744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780" b="0" i="1">
                <a:solidFill>
                  <a:srgbClr val="6C5564"/>
                </a:solidFill>
                <a:latin typeface="Aptos"/>
              </a:rPr>
              <a:t>Facial prices may vary as per product availability and skin requirement.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320040" y="502920"/>
            <a:ext cx="1737360" cy="1737360"/>
          </a:xfrm>
          <a:prstGeom prst="ellipse">
            <a:avLst/>
          </a:prstGeom>
          <a:solidFill>
            <a:srgbClr val="FCE8EE"/>
          </a:solidFill>
          <a:ln>
            <a:solidFill>
              <a:srgbClr val="FC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943600" y="8046720"/>
            <a:ext cx="2377440" cy="2377440"/>
          </a:xfrm>
          <a:prstGeom prst="ellipse">
            <a:avLst/>
          </a:prstGeom>
          <a:solidFill>
            <a:srgbClr val="FCE8EE"/>
          </a:solidFill>
          <a:ln>
            <a:solidFill>
              <a:srgbClr val="FC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080760" y="274320"/>
            <a:ext cx="1371600" cy="1371600"/>
          </a:xfrm>
          <a:prstGeom prst="ellipse">
            <a:avLst/>
          </a:prstGeom>
          <a:solidFill>
            <a:srgbClr val="FCE8EE"/>
          </a:solidFill>
          <a:ln>
            <a:solidFill>
              <a:srgbClr val="FC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64592" y="164592"/>
            <a:ext cx="7232904" cy="10360152"/>
          </a:xfrm>
          <a:prstGeom prst="rect">
            <a:avLst/>
          </a:prstGeom>
          <a:noFill/>
          <a:ln w="15240">
            <a:solidFill>
              <a:srgbClr val="D6A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20040" y="10012680"/>
            <a:ext cx="6903720" cy="347472"/>
          </a:xfrm>
          <a:prstGeom prst="roundRect">
            <a:avLst/>
          </a:prstGeom>
          <a:solidFill>
            <a:srgbClr val="310731"/>
          </a:solidFill>
          <a:ln>
            <a:solidFill>
              <a:srgbClr val="3107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0094976"/>
            <a:ext cx="4114800" cy="1828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ptos"/>
              </a:rPr>
              <a:t>Book your appointment: +91 9541020674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89320" y="10094976"/>
            <a:ext cx="1005840" cy="1828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850" b="0" i="0">
                <a:solidFill>
                  <a:srgbClr val="FAD5E2"/>
                </a:solidFill>
                <a:latin typeface="Aptos"/>
              </a:rPr>
              <a:t>Page 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320040"/>
            <a:ext cx="6922008" cy="713232"/>
          </a:xfrm>
          <a:prstGeom prst="roundRect">
            <a:avLst/>
          </a:prstGeom>
          <a:solidFill>
            <a:srgbClr val="310731"/>
          </a:solidFill>
          <a:ln>
            <a:solidFill>
              <a:srgbClr val="3107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429768"/>
            <a:ext cx="201168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800" b="1" i="0">
                <a:solidFill>
                  <a:srgbClr val="D6A93D"/>
                </a:solidFill>
                <a:latin typeface="Cambria"/>
              </a:rPr>
              <a:t>KAYA KALP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429768"/>
            <a:ext cx="393192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550" b="1" i="0">
                <a:solidFill>
                  <a:srgbClr val="FFFFFF"/>
                </a:solidFill>
                <a:latin typeface="Cambria"/>
              </a:rPr>
              <a:t>BODY WAXING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749808"/>
            <a:ext cx="4297680" cy="16459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750" b="0" i="0">
                <a:solidFill>
                  <a:srgbClr val="FCCFE1"/>
                </a:solidFill>
                <a:latin typeface="Aptos"/>
              </a:rPr>
              <a:t>Beauty Parlour | Kaya Kalp, SPMK, SRC | Mob: +91 9541020674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" y="1325880"/>
            <a:ext cx="2084831" cy="15361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6A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nails_wax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93776" y="1380744"/>
            <a:ext cx="1975104" cy="142646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743200" y="1417320"/>
            <a:ext cx="4114800" cy="38404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200" b="1" i="0">
                <a:solidFill>
                  <a:srgbClr val="5B1446"/>
                </a:solidFill>
                <a:latin typeface="Cambria"/>
              </a:rPr>
              <a:t>Body Waxing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61488" y="1847088"/>
            <a:ext cx="3977639" cy="25603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1" i="0">
                <a:solidFill>
                  <a:srgbClr val="C4185B"/>
                </a:solidFill>
                <a:latin typeface="Aptos"/>
              </a:rPr>
              <a:t>White Chocolate / Aloe Vera / Rica options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61488" y="2167128"/>
            <a:ext cx="3977639" cy="13716"/>
          </a:xfrm>
          <a:prstGeom prst="rect">
            <a:avLst/>
          </a:prstGeom>
          <a:solidFill>
            <a:srgbClr val="D6A93D"/>
          </a:solidFill>
          <a:ln>
            <a:solidFill>
              <a:srgbClr val="D6A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761488" y="2267712"/>
            <a:ext cx="4023360" cy="25603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850" b="0" i="0">
                <a:solidFill>
                  <a:srgbClr val="6C5564"/>
                </a:solidFill>
                <a:latin typeface="Aptos"/>
              </a:rPr>
              <a:t>Professional beauty care for ladies and girls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090672"/>
            <a:ext cx="1417320" cy="292608"/>
          </a:xfrm>
          <a:prstGeom prst="roundRect">
            <a:avLst/>
          </a:prstGeom>
          <a:solidFill>
            <a:srgbClr val="C4185B"/>
          </a:solidFill>
          <a:ln>
            <a:solidFill>
              <a:srgbClr val="C41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66928" y="3159252"/>
            <a:ext cx="1289304" cy="146304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Aptos"/>
              </a:rPr>
              <a:t>Rate List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520440"/>
            <a:ext cx="6720840" cy="4572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C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2648" y="3602736"/>
            <a:ext cx="5596128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50" b="0" i="0">
                <a:solidFill>
                  <a:srgbClr val="30182D"/>
                </a:solidFill>
                <a:latin typeface="Aptos"/>
              </a:rPr>
              <a:t>Full Arms - White Chocolate / Aloe Vera / Rica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3602736"/>
            <a:ext cx="9144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19" b="1" i="0">
                <a:solidFill>
                  <a:srgbClr val="C4185B"/>
                </a:solidFill>
                <a:latin typeface="Aptos"/>
              </a:rPr>
              <a:t>Rs. 200 / 200 / 400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023360"/>
            <a:ext cx="6720840" cy="4572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C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12648" y="4105656"/>
            <a:ext cx="5596128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50" b="0" i="0">
                <a:solidFill>
                  <a:srgbClr val="30182D"/>
                </a:solidFill>
                <a:latin typeface="Aptos"/>
              </a:rPr>
              <a:t>Full Legs - White Chocolate / Aloe Vera / Rica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200" y="4105656"/>
            <a:ext cx="9144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19" b="1" i="0">
                <a:solidFill>
                  <a:srgbClr val="C4185B"/>
                </a:solidFill>
                <a:latin typeface="Aptos"/>
              </a:rPr>
              <a:t>Rs. 500 / 500 / 600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4526280"/>
            <a:ext cx="6720840" cy="4572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C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12648" y="4608576"/>
            <a:ext cx="5596128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50" b="0" i="0">
                <a:solidFill>
                  <a:srgbClr val="30182D"/>
                </a:solidFill>
                <a:latin typeface="Aptos"/>
              </a:rPr>
              <a:t>Half Legs - White Chocolate / Aloe Vera / Rica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72200" y="4608576"/>
            <a:ext cx="9144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19" b="1" i="0">
                <a:solidFill>
                  <a:srgbClr val="C4185B"/>
                </a:solidFill>
                <a:latin typeface="Aptos"/>
              </a:rPr>
              <a:t>Rs. 250 / 250 / 300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5029200"/>
            <a:ext cx="6720840" cy="4572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C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12648" y="5111496"/>
            <a:ext cx="5596128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50" b="0" i="0">
                <a:solidFill>
                  <a:srgbClr val="30182D"/>
                </a:solidFill>
                <a:latin typeface="Aptos"/>
              </a:rPr>
              <a:t>Under Arms - White Chocolate / Aloe Vera / Rica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72200" y="5111496"/>
            <a:ext cx="9144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19" b="1" i="0">
                <a:solidFill>
                  <a:srgbClr val="C4185B"/>
                </a:solidFill>
                <a:latin typeface="Aptos"/>
              </a:rPr>
              <a:t>Rs. 80 / 80 / 100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9646920"/>
            <a:ext cx="6492240" cy="237744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780" b="0" i="1">
                <a:solidFill>
                  <a:srgbClr val="6C5564"/>
                </a:solidFill>
                <a:latin typeface="Aptos"/>
              </a:rPr>
              <a:t>Rates shown in three columns: White Chocolate / Aloe Vera / Rica Wax.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320040" y="502920"/>
            <a:ext cx="1737360" cy="1737360"/>
          </a:xfrm>
          <a:prstGeom prst="ellipse">
            <a:avLst/>
          </a:prstGeom>
          <a:solidFill>
            <a:srgbClr val="FCE8EE"/>
          </a:solidFill>
          <a:ln>
            <a:solidFill>
              <a:srgbClr val="FC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943600" y="8046720"/>
            <a:ext cx="2377440" cy="2377440"/>
          </a:xfrm>
          <a:prstGeom prst="ellipse">
            <a:avLst/>
          </a:prstGeom>
          <a:solidFill>
            <a:srgbClr val="FCE8EE"/>
          </a:solidFill>
          <a:ln>
            <a:solidFill>
              <a:srgbClr val="FC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080760" y="274320"/>
            <a:ext cx="1371600" cy="1371600"/>
          </a:xfrm>
          <a:prstGeom prst="ellipse">
            <a:avLst/>
          </a:prstGeom>
          <a:solidFill>
            <a:srgbClr val="FCE8EE"/>
          </a:solidFill>
          <a:ln>
            <a:solidFill>
              <a:srgbClr val="FC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64592" y="164592"/>
            <a:ext cx="7232904" cy="10360152"/>
          </a:xfrm>
          <a:prstGeom prst="rect">
            <a:avLst/>
          </a:prstGeom>
          <a:noFill/>
          <a:ln w="15240">
            <a:solidFill>
              <a:srgbClr val="D6A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20040" y="10012680"/>
            <a:ext cx="6903720" cy="347472"/>
          </a:xfrm>
          <a:prstGeom prst="roundRect">
            <a:avLst/>
          </a:prstGeom>
          <a:solidFill>
            <a:srgbClr val="310731"/>
          </a:solidFill>
          <a:ln>
            <a:solidFill>
              <a:srgbClr val="3107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0094976"/>
            <a:ext cx="4114800" cy="1828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ptos"/>
              </a:rPr>
              <a:t>Book your appointment: +91 9541020674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89320" y="10094976"/>
            <a:ext cx="1005840" cy="1828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850" b="0" i="0">
                <a:solidFill>
                  <a:srgbClr val="FAD5E2"/>
                </a:solidFill>
                <a:latin typeface="Aptos"/>
              </a:rPr>
              <a:t>Page 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320040"/>
            <a:ext cx="6922008" cy="713232"/>
          </a:xfrm>
          <a:prstGeom prst="roundRect">
            <a:avLst/>
          </a:prstGeom>
          <a:solidFill>
            <a:srgbClr val="310731"/>
          </a:solidFill>
          <a:ln>
            <a:solidFill>
              <a:srgbClr val="3107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429768"/>
            <a:ext cx="201168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800" b="1" i="0">
                <a:solidFill>
                  <a:srgbClr val="D6A93D"/>
                </a:solidFill>
                <a:latin typeface="Cambria"/>
              </a:rPr>
              <a:t>KAYA KALP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429768"/>
            <a:ext cx="393192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550" b="1" i="0">
                <a:solidFill>
                  <a:srgbClr val="FFFFFF"/>
                </a:solidFill>
                <a:latin typeface="Cambria"/>
              </a:rPr>
              <a:t>HAIR 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749808"/>
            <a:ext cx="4297680" cy="16459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750" b="0" i="0">
                <a:solidFill>
                  <a:srgbClr val="FCCFE1"/>
                </a:solidFill>
                <a:latin typeface="Aptos"/>
              </a:rPr>
              <a:t>Beauty Parlour | Kaya Kalp, SPMK, SRC | Mob: +91 9541020674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" y="1325880"/>
            <a:ext cx="2084831" cy="15361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6A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hair_style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93776" y="1380744"/>
            <a:ext cx="1975104" cy="142646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743200" y="1417320"/>
            <a:ext cx="4114800" cy="38404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200" b="1" i="0">
                <a:solidFill>
                  <a:srgbClr val="5B1446"/>
                </a:solidFill>
                <a:latin typeface="Cambria"/>
              </a:rPr>
              <a:t>Hair 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61488" y="1847088"/>
            <a:ext cx="3977639" cy="25603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1" i="0">
                <a:solidFill>
                  <a:srgbClr val="C4185B"/>
                </a:solidFill>
                <a:latin typeface="Aptos"/>
              </a:rPr>
              <a:t>Colour, smoothening, spa and treatment services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61488" y="2167128"/>
            <a:ext cx="3977639" cy="13716"/>
          </a:xfrm>
          <a:prstGeom prst="rect">
            <a:avLst/>
          </a:prstGeom>
          <a:solidFill>
            <a:srgbClr val="D6A93D"/>
          </a:solidFill>
          <a:ln>
            <a:solidFill>
              <a:srgbClr val="D6A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761488" y="2267712"/>
            <a:ext cx="4023360" cy="25603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850" b="0" i="0">
                <a:solidFill>
                  <a:srgbClr val="6C5564"/>
                </a:solidFill>
                <a:latin typeface="Aptos"/>
              </a:rPr>
              <a:t>Professional beauty care for ladies and girls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090672"/>
            <a:ext cx="1417320" cy="292608"/>
          </a:xfrm>
          <a:prstGeom prst="roundRect">
            <a:avLst/>
          </a:prstGeom>
          <a:solidFill>
            <a:srgbClr val="C4185B"/>
          </a:solidFill>
          <a:ln>
            <a:solidFill>
              <a:srgbClr val="C41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66928" y="3159252"/>
            <a:ext cx="1289304" cy="146304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Aptos"/>
              </a:rPr>
              <a:t>Rate List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520440"/>
            <a:ext cx="6720840" cy="4572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C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2648" y="3602736"/>
            <a:ext cx="5596128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50" b="0" i="0">
                <a:solidFill>
                  <a:srgbClr val="30182D"/>
                </a:solidFill>
                <a:latin typeface="Aptos"/>
              </a:rPr>
              <a:t>Smoothening / Straightening (Glatt / Strax)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3602736"/>
            <a:ext cx="9144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19" b="1" i="0">
                <a:solidFill>
                  <a:srgbClr val="C4185B"/>
                </a:solidFill>
                <a:latin typeface="Aptos"/>
              </a:rPr>
              <a:t>As per length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023360"/>
            <a:ext cx="6720840" cy="4572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C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12648" y="4105656"/>
            <a:ext cx="5596128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50" b="0" i="0">
                <a:solidFill>
                  <a:srgbClr val="30182D"/>
                </a:solidFill>
                <a:latin typeface="Aptos"/>
              </a:rPr>
              <a:t>Botox (Kera BTX+)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200" y="4105656"/>
            <a:ext cx="9144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19" b="1" i="0">
                <a:solidFill>
                  <a:srgbClr val="C4185B"/>
                </a:solidFill>
                <a:latin typeface="Aptos"/>
              </a:rPr>
              <a:t>As per length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4526280"/>
            <a:ext cx="6720840" cy="4572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C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12648" y="4608576"/>
            <a:ext cx="5596128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50" b="0" i="0">
                <a:solidFill>
                  <a:srgbClr val="30182D"/>
                </a:solidFill>
                <a:latin typeface="Aptos"/>
              </a:rPr>
              <a:t>Hair Highlights (Streax)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72200" y="4608576"/>
            <a:ext cx="9144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19" b="1" i="0">
                <a:solidFill>
                  <a:srgbClr val="C4185B"/>
                </a:solidFill>
                <a:latin typeface="Aptos"/>
              </a:rPr>
              <a:t>As per length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5029200"/>
            <a:ext cx="6720840" cy="4572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C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12648" y="5111496"/>
            <a:ext cx="5596128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50" b="0" i="0">
                <a:solidFill>
                  <a:srgbClr val="30182D"/>
                </a:solidFill>
                <a:latin typeface="Aptos"/>
              </a:rPr>
              <a:t>Root Touchup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72200" y="5111496"/>
            <a:ext cx="9144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19" b="1" i="0">
                <a:solidFill>
                  <a:srgbClr val="C4185B"/>
                </a:solidFill>
                <a:latin typeface="Aptos"/>
              </a:rPr>
              <a:t>Rs. 500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5532120"/>
            <a:ext cx="6720840" cy="4572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C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12648" y="5614416"/>
            <a:ext cx="5596128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50" b="0" i="0">
                <a:solidFill>
                  <a:srgbClr val="30182D"/>
                </a:solidFill>
                <a:latin typeface="Aptos"/>
              </a:rPr>
              <a:t>Hair Global - Short / Long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72200" y="5614416"/>
            <a:ext cx="9144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19" b="1" i="0">
                <a:solidFill>
                  <a:srgbClr val="C4185B"/>
                </a:solidFill>
                <a:latin typeface="Aptos"/>
              </a:rPr>
              <a:t>Rs. 1200 / 1800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6035040"/>
            <a:ext cx="6720840" cy="4572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C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12648" y="6117336"/>
            <a:ext cx="5596128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50" b="0" i="0">
                <a:solidFill>
                  <a:srgbClr val="30182D"/>
                </a:solidFill>
                <a:latin typeface="Aptos"/>
              </a:rPr>
              <a:t>Hair Spa (Streax)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72200" y="6117336"/>
            <a:ext cx="9144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19" b="1" i="0">
                <a:solidFill>
                  <a:srgbClr val="C4185B"/>
                </a:solidFill>
                <a:latin typeface="Aptos"/>
              </a:rPr>
              <a:t>Rs. 500 / 550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920" y="6537960"/>
            <a:ext cx="6720840" cy="4572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C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12648" y="6620256"/>
            <a:ext cx="5596128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50" b="0" i="0">
                <a:solidFill>
                  <a:srgbClr val="30182D"/>
                </a:solidFill>
                <a:latin typeface="Aptos"/>
              </a:rPr>
              <a:t>Hair Spa (Loreal)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72200" y="6620256"/>
            <a:ext cx="9144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19" b="1" i="0">
                <a:solidFill>
                  <a:srgbClr val="C4185B"/>
                </a:solidFill>
                <a:latin typeface="Aptos"/>
              </a:rPr>
              <a:t>Rs. 700 / 750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02920" y="7040880"/>
            <a:ext cx="6720840" cy="4572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C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12648" y="7123176"/>
            <a:ext cx="5596128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50" b="0" i="0">
                <a:solidFill>
                  <a:srgbClr val="30182D"/>
                </a:solidFill>
                <a:latin typeface="Aptos"/>
              </a:rPr>
              <a:t>Keratin Kerafine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72200" y="7123176"/>
            <a:ext cx="9144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19" b="1" i="0">
                <a:solidFill>
                  <a:srgbClr val="C4185B"/>
                </a:solidFill>
                <a:latin typeface="Aptos"/>
              </a:rPr>
              <a:t>Rs. 3000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" y="9646920"/>
            <a:ext cx="6492240" cy="237744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780" b="0" i="1">
                <a:solidFill>
                  <a:srgbClr val="6C5564"/>
                </a:solidFill>
                <a:latin typeface="Aptos"/>
              </a:rPr>
              <a:t>Length, density and product selection may affect final price.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320040" y="502920"/>
            <a:ext cx="1737360" cy="1737360"/>
          </a:xfrm>
          <a:prstGeom prst="ellipse">
            <a:avLst/>
          </a:prstGeom>
          <a:solidFill>
            <a:srgbClr val="FCE8EE"/>
          </a:solidFill>
          <a:ln>
            <a:solidFill>
              <a:srgbClr val="FC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943600" y="8046720"/>
            <a:ext cx="2377440" cy="2377440"/>
          </a:xfrm>
          <a:prstGeom prst="ellipse">
            <a:avLst/>
          </a:prstGeom>
          <a:solidFill>
            <a:srgbClr val="FCE8EE"/>
          </a:solidFill>
          <a:ln>
            <a:solidFill>
              <a:srgbClr val="FC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080760" y="274320"/>
            <a:ext cx="1371600" cy="1371600"/>
          </a:xfrm>
          <a:prstGeom prst="ellipse">
            <a:avLst/>
          </a:prstGeom>
          <a:solidFill>
            <a:srgbClr val="FCE8EE"/>
          </a:solidFill>
          <a:ln>
            <a:solidFill>
              <a:srgbClr val="FC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64592" y="164592"/>
            <a:ext cx="7232904" cy="10360152"/>
          </a:xfrm>
          <a:prstGeom prst="rect">
            <a:avLst/>
          </a:prstGeom>
          <a:noFill/>
          <a:ln w="15240">
            <a:solidFill>
              <a:srgbClr val="D6A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20040" y="10012680"/>
            <a:ext cx="6903720" cy="347472"/>
          </a:xfrm>
          <a:prstGeom prst="roundRect">
            <a:avLst/>
          </a:prstGeom>
          <a:solidFill>
            <a:srgbClr val="310731"/>
          </a:solidFill>
          <a:ln>
            <a:solidFill>
              <a:srgbClr val="3107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0094976"/>
            <a:ext cx="4114800" cy="1828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ptos"/>
              </a:rPr>
              <a:t>Book your appointment: +91 9541020674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89320" y="10094976"/>
            <a:ext cx="1005840" cy="1828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850" b="0" i="0">
                <a:solidFill>
                  <a:srgbClr val="FAD5E2"/>
                </a:solidFill>
                <a:latin typeface="Aptos"/>
              </a:rPr>
              <a:t>Page 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320040"/>
            <a:ext cx="6922008" cy="713232"/>
          </a:xfrm>
          <a:prstGeom prst="roundRect">
            <a:avLst/>
          </a:prstGeom>
          <a:solidFill>
            <a:srgbClr val="310731"/>
          </a:solidFill>
          <a:ln>
            <a:solidFill>
              <a:srgbClr val="3107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429768"/>
            <a:ext cx="201168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800" b="1" i="0">
                <a:solidFill>
                  <a:srgbClr val="D6A93D"/>
                </a:solidFill>
                <a:latin typeface="Cambria"/>
              </a:rPr>
              <a:t>KAYA KALP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429768"/>
            <a:ext cx="393192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550" b="1" i="0">
                <a:solidFill>
                  <a:srgbClr val="FFFFFF"/>
                </a:solidFill>
                <a:latin typeface="Cambria"/>
              </a:rPr>
              <a:t>BODY MASSAGE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749808"/>
            <a:ext cx="4297680" cy="16459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750" b="0" i="0">
                <a:solidFill>
                  <a:srgbClr val="FCCFE1"/>
                </a:solidFill>
                <a:latin typeface="Aptos"/>
              </a:rPr>
              <a:t>Beauty Parlour | Kaya Kalp, SPMK, SRC | Mob: +91 9541020674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" y="1325880"/>
            <a:ext cx="2084831" cy="15361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6A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spa_wash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93776" y="1380744"/>
            <a:ext cx="1975104" cy="142646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743200" y="1417320"/>
            <a:ext cx="4114800" cy="38404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200" b="1" i="0">
                <a:solidFill>
                  <a:srgbClr val="5B1446"/>
                </a:solidFill>
                <a:latin typeface="Cambria"/>
              </a:rPr>
              <a:t>Body Massage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61488" y="1847088"/>
            <a:ext cx="3977639" cy="25603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1" i="0">
                <a:solidFill>
                  <a:srgbClr val="C4185B"/>
                </a:solidFill>
                <a:latin typeface="Aptos"/>
              </a:rPr>
              <a:t>Relaxation and wellness care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61488" y="2167128"/>
            <a:ext cx="3977639" cy="13716"/>
          </a:xfrm>
          <a:prstGeom prst="rect">
            <a:avLst/>
          </a:prstGeom>
          <a:solidFill>
            <a:srgbClr val="D6A93D"/>
          </a:solidFill>
          <a:ln>
            <a:solidFill>
              <a:srgbClr val="D6A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761488" y="2267712"/>
            <a:ext cx="4023360" cy="25603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850" b="0" i="0">
                <a:solidFill>
                  <a:srgbClr val="6C5564"/>
                </a:solidFill>
                <a:latin typeface="Aptos"/>
              </a:rPr>
              <a:t>Professional beauty care for ladies and girls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090672"/>
            <a:ext cx="1417320" cy="292608"/>
          </a:xfrm>
          <a:prstGeom prst="roundRect">
            <a:avLst/>
          </a:prstGeom>
          <a:solidFill>
            <a:srgbClr val="C4185B"/>
          </a:solidFill>
          <a:ln>
            <a:solidFill>
              <a:srgbClr val="C41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66928" y="3159252"/>
            <a:ext cx="1289304" cy="146304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Aptos"/>
              </a:rPr>
              <a:t>Rate List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520440"/>
            <a:ext cx="6720840" cy="4572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C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2648" y="3602736"/>
            <a:ext cx="5596128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50" b="0" i="0">
                <a:solidFill>
                  <a:srgbClr val="30182D"/>
                </a:solidFill>
                <a:latin typeface="Aptos"/>
              </a:rPr>
              <a:t>Full Body Oil Massage - Baby / Olive / Coconut Oil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3602736"/>
            <a:ext cx="9144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19" b="1" i="0">
                <a:solidFill>
                  <a:srgbClr val="C4185B"/>
                </a:solidFill>
                <a:latin typeface="Aptos"/>
              </a:rPr>
              <a:t>Rs. 1000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023360"/>
            <a:ext cx="6720840" cy="4572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C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12648" y="4105656"/>
            <a:ext cx="5596128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50" b="0" i="0">
                <a:solidFill>
                  <a:srgbClr val="30182D"/>
                </a:solidFill>
                <a:latin typeface="Aptos"/>
              </a:rPr>
              <a:t>Full Body Cream Massage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200" y="4105656"/>
            <a:ext cx="9144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19" b="1" i="0">
                <a:solidFill>
                  <a:srgbClr val="C4185B"/>
                </a:solidFill>
                <a:latin typeface="Aptos"/>
              </a:rPr>
              <a:t>Rs. 1100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4526280"/>
            <a:ext cx="6720840" cy="4572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C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12648" y="4608576"/>
            <a:ext cx="5596128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50" b="0" i="0">
                <a:solidFill>
                  <a:srgbClr val="30182D"/>
                </a:solidFill>
                <a:latin typeface="Aptos"/>
              </a:rPr>
              <a:t>Foot Massage - Oil / Cream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72200" y="4608576"/>
            <a:ext cx="9144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19" b="1" i="0">
                <a:solidFill>
                  <a:srgbClr val="C4185B"/>
                </a:solidFill>
                <a:latin typeface="Aptos"/>
              </a:rPr>
              <a:t>Rs. 250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320040" y="502920"/>
            <a:ext cx="1737360" cy="1737360"/>
          </a:xfrm>
          <a:prstGeom prst="ellipse">
            <a:avLst/>
          </a:prstGeom>
          <a:solidFill>
            <a:srgbClr val="FCE8EE"/>
          </a:solidFill>
          <a:ln>
            <a:solidFill>
              <a:srgbClr val="FC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943600" y="8046720"/>
            <a:ext cx="2377440" cy="2377440"/>
          </a:xfrm>
          <a:prstGeom prst="ellipse">
            <a:avLst/>
          </a:prstGeom>
          <a:solidFill>
            <a:srgbClr val="FCE8EE"/>
          </a:solidFill>
          <a:ln>
            <a:solidFill>
              <a:srgbClr val="FC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080760" y="274320"/>
            <a:ext cx="1371600" cy="1371600"/>
          </a:xfrm>
          <a:prstGeom prst="ellipse">
            <a:avLst/>
          </a:prstGeom>
          <a:solidFill>
            <a:srgbClr val="FCE8EE"/>
          </a:solidFill>
          <a:ln>
            <a:solidFill>
              <a:srgbClr val="FC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64592" y="164592"/>
            <a:ext cx="7232904" cy="10360152"/>
          </a:xfrm>
          <a:prstGeom prst="rect">
            <a:avLst/>
          </a:prstGeom>
          <a:noFill/>
          <a:ln w="15240">
            <a:solidFill>
              <a:srgbClr val="D6A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20040" y="10012680"/>
            <a:ext cx="6903720" cy="347472"/>
          </a:xfrm>
          <a:prstGeom prst="roundRect">
            <a:avLst/>
          </a:prstGeom>
          <a:solidFill>
            <a:srgbClr val="310731"/>
          </a:solidFill>
          <a:ln>
            <a:solidFill>
              <a:srgbClr val="3107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0094976"/>
            <a:ext cx="4114800" cy="1828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ptos"/>
              </a:rPr>
              <a:t>Book your appointment: +91 9541020674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89320" y="10094976"/>
            <a:ext cx="1005840" cy="1828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850" b="0" i="0">
                <a:solidFill>
                  <a:srgbClr val="FAD5E2"/>
                </a:solidFill>
                <a:latin typeface="Aptos"/>
              </a:rPr>
              <a:t>Page 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320040"/>
            <a:ext cx="6922008" cy="713232"/>
          </a:xfrm>
          <a:prstGeom prst="roundRect">
            <a:avLst/>
          </a:prstGeom>
          <a:solidFill>
            <a:srgbClr val="310731"/>
          </a:solidFill>
          <a:ln>
            <a:solidFill>
              <a:srgbClr val="3107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429768"/>
            <a:ext cx="201168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800" b="1" i="0">
                <a:solidFill>
                  <a:srgbClr val="D6A93D"/>
                </a:solidFill>
                <a:latin typeface="Cambria"/>
              </a:rPr>
              <a:t>KAYA KALP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429768"/>
            <a:ext cx="393192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550" b="1" i="0">
                <a:solidFill>
                  <a:srgbClr val="FFFFFF"/>
                </a:solidFill>
                <a:latin typeface="Cambria"/>
              </a:rPr>
              <a:t>HAIR CUT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749808"/>
            <a:ext cx="4297680" cy="16459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750" b="0" i="0">
                <a:solidFill>
                  <a:srgbClr val="FCCFE1"/>
                </a:solidFill>
                <a:latin typeface="Aptos"/>
              </a:rPr>
              <a:t>Beauty Parlour | Kaya Kalp, SPMK, SRC | Mob: +91 9541020674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" y="1325880"/>
            <a:ext cx="2084831" cy="15361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6A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hair_style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93776" y="1380744"/>
            <a:ext cx="1975104" cy="142646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743200" y="1417320"/>
            <a:ext cx="4114800" cy="38404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200" b="1" i="0">
                <a:solidFill>
                  <a:srgbClr val="5B1446"/>
                </a:solidFill>
                <a:latin typeface="Cambria"/>
              </a:rPr>
              <a:t>Hair Cut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61488" y="1847088"/>
            <a:ext cx="3977639" cy="25603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1" i="0">
                <a:solidFill>
                  <a:srgbClr val="C4185B"/>
                </a:solidFill>
                <a:latin typeface="Aptos"/>
              </a:rPr>
              <a:t>Stylish cuts for all age groups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61488" y="2167128"/>
            <a:ext cx="3977639" cy="13716"/>
          </a:xfrm>
          <a:prstGeom prst="rect">
            <a:avLst/>
          </a:prstGeom>
          <a:solidFill>
            <a:srgbClr val="D6A93D"/>
          </a:solidFill>
          <a:ln>
            <a:solidFill>
              <a:srgbClr val="D6A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761488" y="2267712"/>
            <a:ext cx="4023360" cy="25603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850" b="0" i="0">
                <a:solidFill>
                  <a:srgbClr val="6C5564"/>
                </a:solidFill>
                <a:latin typeface="Aptos"/>
              </a:rPr>
              <a:t>Professional beauty care for ladies and girls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090672"/>
            <a:ext cx="1417320" cy="292608"/>
          </a:xfrm>
          <a:prstGeom prst="roundRect">
            <a:avLst/>
          </a:prstGeom>
          <a:solidFill>
            <a:srgbClr val="C4185B"/>
          </a:solidFill>
          <a:ln>
            <a:solidFill>
              <a:srgbClr val="C41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66928" y="3159252"/>
            <a:ext cx="1289304" cy="146304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Aptos"/>
              </a:rPr>
              <a:t>Rate List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520440"/>
            <a:ext cx="6720840" cy="4572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C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2648" y="3602736"/>
            <a:ext cx="5596128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50" b="0" i="0">
                <a:solidFill>
                  <a:srgbClr val="30182D"/>
                </a:solidFill>
                <a:latin typeface="Aptos"/>
              </a:rPr>
              <a:t>Straight Cut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3602736"/>
            <a:ext cx="9144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19" b="1" i="0">
                <a:solidFill>
                  <a:srgbClr val="C4185B"/>
                </a:solidFill>
                <a:latin typeface="Aptos"/>
              </a:rPr>
              <a:t>Rs. 100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023360"/>
            <a:ext cx="6720840" cy="4572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C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12648" y="4105656"/>
            <a:ext cx="5596128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50" b="0" i="0">
                <a:solidFill>
                  <a:srgbClr val="30182D"/>
                </a:solidFill>
                <a:latin typeface="Aptos"/>
              </a:rPr>
              <a:t>U-Cut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200" y="4105656"/>
            <a:ext cx="9144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19" b="1" i="0">
                <a:solidFill>
                  <a:srgbClr val="C4185B"/>
                </a:solidFill>
                <a:latin typeface="Aptos"/>
              </a:rPr>
              <a:t>Rs. 120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4526280"/>
            <a:ext cx="6720840" cy="4572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C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12648" y="4608576"/>
            <a:ext cx="5596128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50" b="0" i="0">
                <a:solidFill>
                  <a:srgbClr val="30182D"/>
                </a:solidFill>
                <a:latin typeface="Aptos"/>
              </a:rPr>
              <a:t>Deep U Cut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72200" y="4608576"/>
            <a:ext cx="9144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19" b="1" i="0">
                <a:solidFill>
                  <a:srgbClr val="C4185B"/>
                </a:solidFill>
                <a:latin typeface="Aptos"/>
              </a:rPr>
              <a:t>Rs. 150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5029200"/>
            <a:ext cx="6720840" cy="4572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C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12648" y="5111496"/>
            <a:ext cx="5596128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50" b="0" i="0">
                <a:solidFill>
                  <a:srgbClr val="30182D"/>
                </a:solidFill>
                <a:latin typeface="Aptos"/>
              </a:rPr>
              <a:t>Front Layer Cut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72200" y="5111496"/>
            <a:ext cx="9144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19" b="1" i="0">
                <a:solidFill>
                  <a:srgbClr val="C4185B"/>
                </a:solidFill>
                <a:latin typeface="Aptos"/>
              </a:rPr>
              <a:t>Rs. 150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5532120"/>
            <a:ext cx="6720840" cy="4572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C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12648" y="5614416"/>
            <a:ext cx="5596128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50" b="0" i="0">
                <a:solidFill>
                  <a:srgbClr val="30182D"/>
                </a:solidFill>
                <a:latin typeface="Aptos"/>
              </a:rPr>
              <a:t>Three Step Cut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72200" y="5614416"/>
            <a:ext cx="9144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19" b="1" i="0">
                <a:solidFill>
                  <a:srgbClr val="C4185B"/>
                </a:solidFill>
                <a:latin typeface="Aptos"/>
              </a:rPr>
              <a:t>Rs. 300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6035040"/>
            <a:ext cx="6720840" cy="4572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C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12648" y="6117336"/>
            <a:ext cx="5596128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50" b="0" i="0">
                <a:solidFill>
                  <a:srgbClr val="30182D"/>
                </a:solidFill>
                <a:latin typeface="Aptos"/>
              </a:rPr>
              <a:t>Full Layer Cut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72200" y="6117336"/>
            <a:ext cx="9144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19" b="1" i="0">
                <a:solidFill>
                  <a:srgbClr val="C4185B"/>
                </a:solidFill>
                <a:latin typeface="Aptos"/>
              </a:rPr>
              <a:t>Rs. 350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920" y="6537960"/>
            <a:ext cx="6720840" cy="4572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C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12648" y="6620256"/>
            <a:ext cx="5596128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50" b="0" i="0">
                <a:solidFill>
                  <a:srgbClr val="30182D"/>
                </a:solidFill>
                <a:latin typeface="Aptos"/>
              </a:rPr>
              <a:t>Multi Step Cut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72200" y="6620256"/>
            <a:ext cx="9144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19" b="1" i="0">
                <a:solidFill>
                  <a:srgbClr val="C4185B"/>
                </a:solidFill>
                <a:latin typeface="Aptos"/>
              </a:rPr>
              <a:t>Rs. 400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02920" y="7040880"/>
            <a:ext cx="6720840" cy="4572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C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12648" y="7123176"/>
            <a:ext cx="5596128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50" b="0" i="0">
                <a:solidFill>
                  <a:srgbClr val="30182D"/>
                </a:solidFill>
                <a:latin typeface="Aptos"/>
              </a:rPr>
              <a:t>Blunt Cut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72200" y="7123176"/>
            <a:ext cx="9144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19" b="1" i="0">
                <a:solidFill>
                  <a:srgbClr val="C4185B"/>
                </a:solidFill>
                <a:latin typeface="Aptos"/>
              </a:rPr>
              <a:t>Rs. 300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02920" y="7543800"/>
            <a:ext cx="6720840" cy="4572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C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12648" y="7626096"/>
            <a:ext cx="5596128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50" b="0" i="0">
                <a:solidFill>
                  <a:srgbClr val="30182D"/>
                </a:solidFill>
                <a:latin typeface="Aptos"/>
              </a:rPr>
              <a:t>Bob Hair Cut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72200" y="7626096"/>
            <a:ext cx="9144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19" b="1" i="0">
                <a:solidFill>
                  <a:srgbClr val="C4185B"/>
                </a:solidFill>
                <a:latin typeface="Aptos"/>
              </a:rPr>
              <a:t>Rs. 300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02920" y="8046720"/>
            <a:ext cx="6720840" cy="4572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C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12648" y="8129016"/>
            <a:ext cx="5596128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50" b="0" i="0">
                <a:solidFill>
                  <a:srgbClr val="30182D"/>
                </a:solidFill>
                <a:latin typeface="Aptos"/>
              </a:rPr>
              <a:t>Butterfly Hair Cut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72200" y="8129016"/>
            <a:ext cx="9144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19" b="1" i="0">
                <a:solidFill>
                  <a:srgbClr val="C4185B"/>
                </a:solidFill>
                <a:latin typeface="Aptos"/>
              </a:rPr>
              <a:t>Rs. 400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320040" y="502920"/>
            <a:ext cx="1737360" cy="1737360"/>
          </a:xfrm>
          <a:prstGeom prst="ellipse">
            <a:avLst/>
          </a:prstGeom>
          <a:solidFill>
            <a:srgbClr val="FCE8EE"/>
          </a:solidFill>
          <a:ln>
            <a:solidFill>
              <a:srgbClr val="FC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943600" y="8046720"/>
            <a:ext cx="2377440" cy="2377440"/>
          </a:xfrm>
          <a:prstGeom prst="ellipse">
            <a:avLst/>
          </a:prstGeom>
          <a:solidFill>
            <a:srgbClr val="FCE8EE"/>
          </a:solidFill>
          <a:ln>
            <a:solidFill>
              <a:srgbClr val="FC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080760" y="274320"/>
            <a:ext cx="1371600" cy="1371600"/>
          </a:xfrm>
          <a:prstGeom prst="ellipse">
            <a:avLst/>
          </a:prstGeom>
          <a:solidFill>
            <a:srgbClr val="FCE8EE"/>
          </a:solidFill>
          <a:ln>
            <a:solidFill>
              <a:srgbClr val="FC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64592" y="164592"/>
            <a:ext cx="7232904" cy="10360152"/>
          </a:xfrm>
          <a:prstGeom prst="rect">
            <a:avLst/>
          </a:prstGeom>
          <a:noFill/>
          <a:ln w="15240">
            <a:solidFill>
              <a:srgbClr val="D6A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20040" y="10012680"/>
            <a:ext cx="6903720" cy="347472"/>
          </a:xfrm>
          <a:prstGeom prst="roundRect">
            <a:avLst/>
          </a:prstGeom>
          <a:solidFill>
            <a:srgbClr val="310731"/>
          </a:solidFill>
          <a:ln>
            <a:solidFill>
              <a:srgbClr val="3107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0094976"/>
            <a:ext cx="4114800" cy="1828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ptos"/>
              </a:rPr>
              <a:t>Book your appointment: +91 9541020674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89320" y="10094976"/>
            <a:ext cx="1005840" cy="1828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850" b="0" i="0">
                <a:solidFill>
                  <a:srgbClr val="FAD5E2"/>
                </a:solidFill>
                <a:latin typeface="Aptos"/>
              </a:rPr>
              <a:t>Page 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320040"/>
            <a:ext cx="6922008" cy="713232"/>
          </a:xfrm>
          <a:prstGeom prst="roundRect">
            <a:avLst/>
          </a:prstGeom>
          <a:solidFill>
            <a:srgbClr val="310731"/>
          </a:solidFill>
          <a:ln>
            <a:solidFill>
              <a:srgbClr val="3107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429768"/>
            <a:ext cx="201168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800" b="1" i="0">
                <a:solidFill>
                  <a:srgbClr val="D6A93D"/>
                </a:solidFill>
                <a:latin typeface="Cambria"/>
              </a:rPr>
              <a:t>KAYA KALP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429768"/>
            <a:ext cx="393192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550" b="1" i="0">
                <a:solidFill>
                  <a:srgbClr val="FFFFFF"/>
                </a:solidFill>
                <a:latin typeface="Cambria"/>
              </a:rPr>
              <a:t>HAND &amp; FEET CARE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749808"/>
            <a:ext cx="4297680" cy="16459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750" b="0" i="0">
                <a:solidFill>
                  <a:srgbClr val="FCCFE1"/>
                </a:solidFill>
                <a:latin typeface="Aptos"/>
              </a:rPr>
              <a:t>Beauty Parlour | Kaya Kalp, SPMK, SRC | Mob: +91 9541020674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" y="1325880"/>
            <a:ext cx="2084831" cy="15361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6A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nails_wax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93776" y="1380744"/>
            <a:ext cx="1975104" cy="142646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743200" y="1417320"/>
            <a:ext cx="4114800" cy="38404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200" b="1" i="0">
                <a:solidFill>
                  <a:srgbClr val="5B1446"/>
                </a:solidFill>
                <a:latin typeface="Cambria"/>
              </a:rPr>
              <a:t>Hand &amp; Feet Care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61488" y="1847088"/>
            <a:ext cx="3977639" cy="25603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1" i="0">
                <a:solidFill>
                  <a:srgbClr val="C4185B"/>
                </a:solidFill>
                <a:latin typeface="Aptos"/>
              </a:rPr>
              <a:t>Manicure, pedicure and nail care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61488" y="2167128"/>
            <a:ext cx="3977639" cy="13716"/>
          </a:xfrm>
          <a:prstGeom prst="rect">
            <a:avLst/>
          </a:prstGeom>
          <a:solidFill>
            <a:srgbClr val="D6A93D"/>
          </a:solidFill>
          <a:ln>
            <a:solidFill>
              <a:srgbClr val="D6A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761488" y="2267712"/>
            <a:ext cx="4023360" cy="25603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850" b="0" i="0">
                <a:solidFill>
                  <a:srgbClr val="6C5564"/>
                </a:solidFill>
                <a:latin typeface="Aptos"/>
              </a:rPr>
              <a:t>Professional beauty care for ladies and girls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090672"/>
            <a:ext cx="1417320" cy="292608"/>
          </a:xfrm>
          <a:prstGeom prst="roundRect">
            <a:avLst/>
          </a:prstGeom>
          <a:solidFill>
            <a:srgbClr val="C4185B"/>
          </a:solidFill>
          <a:ln>
            <a:solidFill>
              <a:srgbClr val="C41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66928" y="3159252"/>
            <a:ext cx="1289304" cy="146304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Aptos"/>
              </a:rPr>
              <a:t>Rate List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520440"/>
            <a:ext cx="6720840" cy="4572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C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2648" y="3602736"/>
            <a:ext cx="5596128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50" b="0" i="0">
                <a:solidFill>
                  <a:srgbClr val="30182D"/>
                </a:solidFill>
                <a:latin typeface="Aptos"/>
              </a:rPr>
              <a:t>Pedicure (Fruit / VLCC)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3602736"/>
            <a:ext cx="9144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19" b="1" i="0">
                <a:solidFill>
                  <a:srgbClr val="C4185B"/>
                </a:solidFill>
                <a:latin typeface="Aptos"/>
              </a:rPr>
              <a:t>Rs. 350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023360"/>
            <a:ext cx="6720840" cy="4572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C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12648" y="4105656"/>
            <a:ext cx="5596128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50" b="0" i="0">
                <a:solidFill>
                  <a:srgbClr val="30182D"/>
                </a:solidFill>
                <a:latin typeface="Aptos"/>
              </a:rPr>
              <a:t>Manicure (Fruit / VLCC)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200" y="4105656"/>
            <a:ext cx="9144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19" b="1" i="0">
                <a:solidFill>
                  <a:srgbClr val="C4185B"/>
                </a:solidFill>
                <a:latin typeface="Aptos"/>
              </a:rPr>
              <a:t>Rs. 350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4526280"/>
            <a:ext cx="6720840" cy="4572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C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12648" y="4608576"/>
            <a:ext cx="5596128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50" b="0" i="0">
                <a:solidFill>
                  <a:srgbClr val="30182D"/>
                </a:solidFill>
                <a:latin typeface="Aptos"/>
              </a:rPr>
              <a:t>Pedicure + Bleach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72200" y="4608576"/>
            <a:ext cx="9144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19" b="1" i="0">
                <a:solidFill>
                  <a:srgbClr val="C4185B"/>
                </a:solidFill>
                <a:latin typeface="Aptos"/>
              </a:rPr>
              <a:t>Rs. 550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5029200"/>
            <a:ext cx="6720840" cy="4572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C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12648" y="5111496"/>
            <a:ext cx="5596128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50" b="0" i="0">
                <a:solidFill>
                  <a:srgbClr val="30182D"/>
                </a:solidFill>
                <a:latin typeface="Aptos"/>
              </a:rPr>
              <a:t>Manicure + Bleach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72200" y="5111496"/>
            <a:ext cx="9144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19" b="1" i="0">
                <a:solidFill>
                  <a:srgbClr val="C4185B"/>
                </a:solidFill>
                <a:latin typeface="Aptos"/>
              </a:rPr>
              <a:t>Rs. 550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5532120"/>
            <a:ext cx="6720840" cy="4572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C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12648" y="5614416"/>
            <a:ext cx="5596128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50" b="0" i="0">
                <a:solidFill>
                  <a:srgbClr val="30182D"/>
                </a:solidFill>
                <a:latin typeface="Aptos"/>
              </a:rPr>
              <a:t>Pedicure (Paraffin)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72200" y="5614416"/>
            <a:ext cx="9144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19" b="1" i="0">
                <a:solidFill>
                  <a:srgbClr val="C4185B"/>
                </a:solidFill>
                <a:latin typeface="Aptos"/>
              </a:rPr>
              <a:t>Ask at parlour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6035040"/>
            <a:ext cx="6720840" cy="4572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C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12648" y="6117336"/>
            <a:ext cx="5596128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50" b="0" i="0">
                <a:solidFill>
                  <a:srgbClr val="30182D"/>
                </a:solidFill>
                <a:latin typeface="Aptos"/>
              </a:rPr>
              <a:t>Manicure (Paraffin)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72200" y="6117336"/>
            <a:ext cx="9144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19" b="1" i="0">
                <a:solidFill>
                  <a:srgbClr val="C4185B"/>
                </a:solidFill>
                <a:latin typeface="Aptos"/>
              </a:rPr>
              <a:t>Ask at parlour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320040" y="502920"/>
            <a:ext cx="1737360" cy="1737360"/>
          </a:xfrm>
          <a:prstGeom prst="ellipse">
            <a:avLst/>
          </a:prstGeom>
          <a:solidFill>
            <a:srgbClr val="FCE8EE"/>
          </a:solidFill>
          <a:ln>
            <a:solidFill>
              <a:srgbClr val="FC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943600" y="8046720"/>
            <a:ext cx="2377440" cy="2377440"/>
          </a:xfrm>
          <a:prstGeom prst="ellipse">
            <a:avLst/>
          </a:prstGeom>
          <a:solidFill>
            <a:srgbClr val="FCE8EE"/>
          </a:solidFill>
          <a:ln>
            <a:solidFill>
              <a:srgbClr val="FC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080760" y="274320"/>
            <a:ext cx="1371600" cy="1371600"/>
          </a:xfrm>
          <a:prstGeom prst="ellipse">
            <a:avLst/>
          </a:prstGeom>
          <a:solidFill>
            <a:srgbClr val="FCE8EE"/>
          </a:solidFill>
          <a:ln>
            <a:solidFill>
              <a:srgbClr val="FC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64592" y="164592"/>
            <a:ext cx="7232904" cy="10360152"/>
          </a:xfrm>
          <a:prstGeom prst="rect">
            <a:avLst/>
          </a:prstGeom>
          <a:noFill/>
          <a:ln w="15240">
            <a:solidFill>
              <a:srgbClr val="D6A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20040" y="10012680"/>
            <a:ext cx="6903720" cy="347472"/>
          </a:xfrm>
          <a:prstGeom prst="roundRect">
            <a:avLst/>
          </a:prstGeom>
          <a:solidFill>
            <a:srgbClr val="310731"/>
          </a:solidFill>
          <a:ln>
            <a:solidFill>
              <a:srgbClr val="3107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0094976"/>
            <a:ext cx="4114800" cy="1828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ptos"/>
              </a:rPr>
              <a:t>Book your appointment: +91 9541020674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89320" y="10094976"/>
            <a:ext cx="1005840" cy="1828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850" b="0" i="0">
                <a:solidFill>
                  <a:srgbClr val="FAD5E2"/>
                </a:solidFill>
                <a:latin typeface="Aptos"/>
              </a:rPr>
              <a:t>Page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320040"/>
            <a:ext cx="6922008" cy="713232"/>
          </a:xfrm>
          <a:prstGeom prst="roundRect">
            <a:avLst/>
          </a:prstGeom>
          <a:solidFill>
            <a:srgbClr val="310731"/>
          </a:solidFill>
          <a:ln>
            <a:solidFill>
              <a:srgbClr val="3107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429768"/>
            <a:ext cx="201168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800" b="1" i="0">
                <a:solidFill>
                  <a:srgbClr val="D6A93D"/>
                </a:solidFill>
                <a:latin typeface="Cambria"/>
              </a:rPr>
              <a:t>KAYA KALP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429768"/>
            <a:ext cx="393192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550" b="1" i="0">
                <a:solidFill>
                  <a:srgbClr val="FFFFFF"/>
                </a:solidFill>
                <a:latin typeface="Cambria"/>
              </a:rPr>
              <a:t>FACE WAXING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749808"/>
            <a:ext cx="4297680" cy="16459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750" b="0" i="0">
                <a:solidFill>
                  <a:srgbClr val="FCCFE1"/>
                </a:solidFill>
                <a:latin typeface="Aptos"/>
              </a:rPr>
              <a:t>Beauty Parlour | Kaya Kalp, SPMK, SRC | Mob: +91 9541020674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" y="1325880"/>
            <a:ext cx="2084831" cy="15361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6A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bleach_facial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93776" y="1380744"/>
            <a:ext cx="1975104" cy="142646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743200" y="1417320"/>
            <a:ext cx="4114800" cy="38404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200" b="1" i="0">
                <a:solidFill>
                  <a:srgbClr val="5B1446"/>
                </a:solidFill>
                <a:latin typeface="Cambria"/>
              </a:rPr>
              <a:t>Face Waxing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61488" y="1847088"/>
            <a:ext cx="3977639" cy="25603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1" i="0">
                <a:solidFill>
                  <a:srgbClr val="C4185B"/>
                </a:solidFill>
                <a:latin typeface="Aptos"/>
              </a:rPr>
              <a:t>Bean Wax / Rica / Chocolate options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61488" y="2167128"/>
            <a:ext cx="3977639" cy="13716"/>
          </a:xfrm>
          <a:prstGeom prst="rect">
            <a:avLst/>
          </a:prstGeom>
          <a:solidFill>
            <a:srgbClr val="D6A93D"/>
          </a:solidFill>
          <a:ln>
            <a:solidFill>
              <a:srgbClr val="D6A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761488" y="2267712"/>
            <a:ext cx="4023360" cy="25603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850" b="0" i="0">
                <a:solidFill>
                  <a:srgbClr val="6C5564"/>
                </a:solidFill>
                <a:latin typeface="Aptos"/>
              </a:rPr>
              <a:t>Professional beauty care for ladies and girls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090672"/>
            <a:ext cx="1417320" cy="292608"/>
          </a:xfrm>
          <a:prstGeom prst="roundRect">
            <a:avLst/>
          </a:prstGeom>
          <a:solidFill>
            <a:srgbClr val="C4185B"/>
          </a:solidFill>
          <a:ln>
            <a:solidFill>
              <a:srgbClr val="C41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66928" y="3159252"/>
            <a:ext cx="1289304" cy="146304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Aptos"/>
              </a:rPr>
              <a:t>Rate List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520440"/>
            <a:ext cx="6720840" cy="4572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C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2648" y="3602736"/>
            <a:ext cx="5596128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50" b="0" i="0">
                <a:solidFill>
                  <a:srgbClr val="30182D"/>
                </a:solidFill>
                <a:latin typeface="Aptos"/>
              </a:rPr>
              <a:t>Forehead Wax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3602736"/>
            <a:ext cx="9144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19" b="1" i="0">
                <a:solidFill>
                  <a:srgbClr val="C4185B"/>
                </a:solidFill>
                <a:latin typeface="Aptos"/>
              </a:rPr>
              <a:t>Rs. 60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023360"/>
            <a:ext cx="6720840" cy="4572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C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12648" y="4105656"/>
            <a:ext cx="5596128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50" b="0" i="0">
                <a:solidFill>
                  <a:srgbClr val="30182D"/>
                </a:solidFill>
                <a:latin typeface="Aptos"/>
              </a:rPr>
              <a:t>Chin Wax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200" y="4105656"/>
            <a:ext cx="9144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19" b="1" i="0">
                <a:solidFill>
                  <a:srgbClr val="C4185B"/>
                </a:solidFill>
                <a:latin typeface="Aptos"/>
              </a:rPr>
              <a:t>Rs. 45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4526280"/>
            <a:ext cx="6720840" cy="4572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C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12648" y="4608576"/>
            <a:ext cx="5596128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50" b="0" i="0">
                <a:solidFill>
                  <a:srgbClr val="30182D"/>
                </a:solidFill>
                <a:latin typeface="Aptos"/>
              </a:rPr>
              <a:t>Face Side Wax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72200" y="4608576"/>
            <a:ext cx="9144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19" b="1" i="0">
                <a:solidFill>
                  <a:srgbClr val="C4185B"/>
                </a:solidFill>
                <a:latin typeface="Aptos"/>
              </a:rPr>
              <a:t>Rs. 150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5029200"/>
            <a:ext cx="6720840" cy="4572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C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12648" y="5111496"/>
            <a:ext cx="5596128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50" b="0" i="0">
                <a:solidFill>
                  <a:srgbClr val="30182D"/>
                </a:solidFill>
                <a:latin typeface="Aptos"/>
              </a:rPr>
              <a:t>Full Face Wax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72200" y="5111496"/>
            <a:ext cx="9144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19" b="1" i="0">
                <a:solidFill>
                  <a:srgbClr val="C4185B"/>
                </a:solidFill>
                <a:latin typeface="Aptos"/>
              </a:rPr>
              <a:t>Rs. 300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5532120"/>
            <a:ext cx="6720840" cy="4572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C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12648" y="5614416"/>
            <a:ext cx="5596128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50" b="0" i="0">
                <a:solidFill>
                  <a:srgbClr val="30182D"/>
                </a:solidFill>
                <a:latin typeface="Aptos"/>
              </a:rPr>
              <a:t>Up Lips Wax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72200" y="5614416"/>
            <a:ext cx="9144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19" b="1" i="0">
                <a:solidFill>
                  <a:srgbClr val="C4185B"/>
                </a:solidFill>
                <a:latin typeface="Aptos"/>
              </a:rPr>
              <a:t>Rs. 50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320040" y="502920"/>
            <a:ext cx="1737360" cy="1737360"/>
          </a:xfrm>
          <a:prstGeom prst="ellipse">
            <a:avLst/>
          </a:prstGeom>
          <a:solidFill>
            <a:srgbClr val="FCE8EE"/>
          </a:solidFill>
          <a:ln>
            <a:solidFill>
              <a:srgbClr val="FC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943600" y="8046720"/>
            <a:ext cx="2377440" cy="2377440"/>
          </a:xfrm>
          <a:prstGeom prst="ellipse">
            <a:avLst/>
          </a:prstGeom>
          <a:solidFill>
            <a:srgbClr val="FCE8EE"/>
          </a:solidFill>
          <a:ln>
            <a:solidFill>
              <a:srgbClr val="FC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080760" y="274320"/>
            <a:ext cx="1371600" cy="1371600"/>
          </a:xfrm>
          <a:prstGeom prst="ellipse">
            <a:avLst/>
          </a:prstGeom>
          <a:solidFill>
            <a:srgbClr val="FCE8EE"/>
          </a:solidFill>
          <a:ln>
            <a:solidFill>
              <a:srgbClr val="FC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64592" y="164592"/>
            <a:ext cx="7232904" cy="10360152"/>
          </a:xfrm>
          <a:prstGeom prst="rect">
            <a:avLst/>
          </a:prstGeom>
          <a:noFill/>
          <a:ln w="15240">
            <a:solidFill>
              <a:srgbClr val="D6A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20040" y="10012680"/>
            <a:ext cx="6903720" cy="347472"/>
          </a:xfrm>
          <a:prstGeom prst="roundRect">
            <a:avLst/>
          </a:prstGeom>
          <a:solidFill>
            <a:srgbClr val="310731"/>
          </a:solidFill>
          <a:ln>
            <a:solidFill>
              <a:srgbClr val="3107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0094976"/>
            <a:ext cx="4114800" cy="1828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ptos"/>
              </a:rPr>
              <a:t>Book your appointment: +91 9541020674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89320" y="10094976"/>
            <a:ext cx="1005840" cy="1828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850" b="0" i="0">
                <a:solidFill>
                  <a:srgbClr val="FAD5E2"/>
                </a:solidFill>
                <a:latin typeface="Aptos"/>
              </a:rPr>
              <a:t>Page 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320040"/>
            <a:ext cx="6922008" cy="713232"/>
          </a:xfrm>
          <a:prstGeom prst="roundRect">
            <a:avLst/>
          </a:prstGeom>
          <a:solidFill>
            <a:srgbClr val="310731"/>
          </a:solidFill>
          <a:ln>
            <a:solidFill>
              <a:srgbClr val="3107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429768"/>
            <a:ext cx="201168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800" b="1" i="0">
                <a:solidFill>
                  <a:srgbClr val="D6A93D"/>
                </a:solidFill>
                <a:latin typeface="Cambria"/>
              </a:rPr>
              <a:t>KAYA KALP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429768"/>
            <a:ext cx="393192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550" b="1" i="0">
                <a:solidFill>
                  <a:srgbClr val="FFFFFF"/>
                </a:solidFill>
                <a:latin typeface="Cambria"/>
              </a:rPr>
              <a:t>OTHER 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749808"/>
            <a:ext cx="4297680" cy="16459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750" b="0" i="0">
                <a:solidFill>
                  <a:srgbClr val="FCCFE1"/>
                </a:solidFill>
                <a:latin typeface="Aptos"/>
              </a:rPr>
              <a:t>Beauty Parlour | Kaya Kalp, SPMK, SRC | Mob: +91 9541020674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" y="1325880"/>
            <a:ext cx="2084831" cy="15361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6A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other_bride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93776" y="1380744"/>
            <a:ext cx="1975104" cy="142646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743200" y="1417320"/>
            <a:ext cx="4114800" cy="38404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200" b="1" i="0">
                <a:solidFill>
                  <a:srgbClr val="5B1446"/>
                </a:solidFill>
                <a:latin typeface="Cambria"/>
              </a:rPr>
              <a:t>Other 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61488" y="1847088"/>
            <a:ext cx="3977639" cy="25603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1" i="0">
                <a:solidFill>
                  <a:srgbClr val="C4185B"/>
                </a:solidFill>
                <a:latin typeface="Aptos"/>
              </a:rPr>
              <a:t>Makeup, styling, mehandi and add-on services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61488" y="2167128"/>
            <a:ext cx="3977639" cy="13716"/>
          </a:xfrm>
          <a:prstGeom prst="rect">
            <a:avLst/>
          </a:prstGeom>
          <a:solidFill>
            <a:srgbClr val="D6A93D"/>
          </a:solidFill>
          <a:ln>
            <a:solidFill>
              <a:srgbClr val="D6A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761488" y="2267712"/>
            <a:ext cx="4023360" cy="25603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850" b="0" i="0">
                <a:solidFill>
                  <a:srgbClr val="6C5564"/>
                </a:solidFill>
                <a:latin typeface="Aptos"/>
              </a:rPr>
              <a:t>Professional beauty care for ladies and girls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090672"/>
            <a:ext cx="1417320" cy="292608"/>
          </a:xfrm>
          <a:prstGeom prst="roundRect">
            <a:avLst/>
          </a:prstGeom>
          <a:solidFill>
            <a:srgbClr val="C4185B"/>
          </a:solidFill>
          <a:ln>
            <a:solidFill>
              <a:srgbClr val="C41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66928" y="3159252"/>
            <a:ext cx="1289304" cy="146304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Aptos"/>
              </a:rPr>
              <a:t>Rate List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520440"/>
            <a:ext cx="6720840" cy="4572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C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2648" y="3602736"/>
            <a:ext cx="5596128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50" b="0" i="0">
                <a:solidFill>
                  <a:srgbClr val="30182D"/>
                </a:solidFill>
                <a:latin typeface="Aptos"/>
              </a:rPr>
              <a:t>Blow Dry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3602736"/>
            <a:ext cx="9144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19" b="1" i="0">
                <a:solidFill>
                  <a:srgbClr val="C4185B"/>
                </a:solidFill>
                <a:latin typeface="Aptos"/>
              </a:rPr>
              <a:t>Rs. 100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023360"/>
            <a:ext cx="6720840" cy="4572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C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12648" y="4105656"/>
            <a:ext cx="5596128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50" b="0" i="0">
                <a:solidFill>
                  <a:srgbClr val="30182D"/>
                </a:solidFill>
                <a:latin typeface="Aptos"/>
              </a:rPr>
              <a:t>Hair Wash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200" y="4105656"/>
            <a:ext cx="9144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19" b="1" i="0">
                <a:solidFill>
                  <a:srgbClr val="C4185B"/>
                </a:solidFill>
                <a:latin typeface="Aptos"/>
              </a:rPr>
              <a:t>Rs. 150 + 50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4526280"/>
            <a:ext cx="6720840" cy="4572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C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12648" y="4608576"/>
            <a:ext cx="5596128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50" b="0" i="0">
                <a:solidFill>
                  <a:srgbClr val="30182D"/>
                </a:solidFill>
                <a:latin typeface="Aptos"/>
              </a:rPr>
              <a:t>Hair Oil Head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72200" y="4608576"/>
            <a:ext cx="9144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19" b="1" i="0">
                <a:solidFill>
                  <a:srgbClr val="C4185B"/>
                </a:solidFill>
                <a:latin typeface="Aptos"/>
              </a:rPr>
              <a:t>Rs. 250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5029200"/>
            <a:ext cx="6720840" cy="4572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C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12648" y="5111496"/>
            <a:ext cx="5596128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50" b="0" i="0">
                <a:solidFill>
                  <a:srgbClr val="30182D"/>
                </a:solidFill>
                <a:latin typeface="Aptos"/>
              </a:rPr>
              <a:t>Ironing + Setting Spray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72200" y="5111496"/>
            <a:ext cx="9144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19" b="1" i="0">
                <a:solidFill>
                  <a:srgbClr val="C4185B"/>
                </a:solidFill>
                <a:latin typeface="Aptos"/>
              </a:rPr>
              <a:t>Rs. 250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5532120"/>
            <a:ext cx="6720840" cy="4572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C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12648" y="5614416"/>
            <a:ext cx="5596128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50" b="0" i="0">
                <a:solidFill>
                  <a:srgbClr val="30182D"/>
                </a:solidFill>
                <a:latin typeface="Aptos"/>
              </a:rPr>
              <a:t>Mehandi (Head)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72200" y="5614416"/>
            <a:ext cx="9144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19" b="1" i="0">
                <a:solidFill>
                  <a:srgbClr val="C4185B"/>
                </a:solidFill>
                <a:latin typeface="Aptos"/>
              </a:rPr>
              <a:t>Rs. 200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6035040"/>
            <a:ext cx="6720840" cy="4572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C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12648" y="6117336"/>
            <a:ext cx="5596128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50" b="0" i="0">
                <a:solidFill>
                  <a:srgbClr val="30182D"/>
                </a:solidFill>
                <a:latin typeface="Aptos"/>
              </a:rPr>
              <a:t>Hair Style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72200" y="6117336"/>
            <a:ext cx="9144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19" b="1" i="0">
                <a:solidFill>
                  <a:srgbClr val="C4185B"/>
                </a:solidFill>
                <a:latin typeface="Aptos"/>
              </a:rPr>
              <a:t>Ask at parlour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920" y="6537960"/>
            <a:ext cx="6720840" cy="4572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C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12648" y="6620256"/>
            <a:ext cx="5596128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50" b="0" i="0">
                <a:solidFill>
                  <a:srgbClr val="30182D"/>
                </a:solidFill>
                <a:latin typeface="Aptos"/>
              </a:rPr>
              <a:t>Mehandi Hand - Half / Full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72200" y="6620256"/>
            <a:ext cx="9144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19" b="1" i="0">
                <a:solidFill>
                  <a:srgbClr val="C4185B"/>
                </a:solidFill>
                <a:latin typeface="Aptos"/>
              </a:rPr>
              <a:t>Rs. 200 / 300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02920" y="7040880"/>
            <a:ext cx="6720840" cy="4572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C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12648" y="7123176"/>
            <a:ext cx="5596128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50" b="0" i="0">
                <a:solidFill>
                  <a:srgbClr val="30182D"/>
                </a:solidFill>
                <a:latin typeface="Aptos"/>
              </a:rPr>
              <a:t>Party Makeup (PAC / Mrs)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72200" y="7123176"/>
            <a:ext cx="9144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19" b="1" i="0">
                <a:solidFill>
                  <a:srgbClr val="C4185B"/>
                </a:solidFill>
                <a:latin typeface="Aptos"/>
              </a:rPr>
              <a:t>Rs. 1000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02920" y="7543800"/>
            <a:ext cx="6720840" cy="4572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C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12648" y="7626096"/>
            <a:ext cx="5596128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50" b="0" i="0">
                <a:solidFill>
                  <a:srgbClr val="30182D"/>
                </a:solidFill>
                <a:latin typeface="Aptos"/>
              </a:rPr>
              <a:t>HD Makeup (Forever 52 / PAC / MAC)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72200" y="7626096"/>
            <a:ext cx="9144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19" b="1" i="0">
                <a:solidFill>
                  <a:srgbClr val="C4185B"/>
                </a:solidFill>
                <a:latin typeface="Aptos"/>
              </a:rPr>
              <a:t>Rs. 1500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02920" y="8046720"/>
            <a:ext cx="6720840" cy="4572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C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12648" y="8129016"/>
            <a:ext cx="5596128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50" b="0" i="0">
                <a:solidFill>
                  <a:srgbClr val="30182D"/>
                </a:solidFill>
                <a:latin typeface="Aptos"/>
              </a:rPr>
              <a:t>Dress Draping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72200" y="8129016"/>
            <a:ext cx="9144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19" b="1" i="0">
                <a:solidFill>
                  <a:srgbClr val="C4185B"/>
                </a:solidFill>
                <a:latin typeface="Aptos"/>
              </a:rPr>
              <a:t>Rs. 200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02920" y="8549640"/>
            <a:ext cx="6720840" cy="4572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C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12648" y="8631936"/>
            <a:ext cx="5596128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50" b="0" i="0">
                <a:solidFill>
                  <a:srgbClr val="30182D"/>
                </a:solidFill>
                <a:latin typeface="Aptos"/>
              </a:rPr>
              <a:t>Nail Extensions / Art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172200" y="8631936"/>
            <a:ext cx="9144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19" b="1" i="0">
                <a:solidFill>
                  <a:srgbClr val="C4185B"/>
                </a:solidFill>
                <a:latin typeface="Aptos"/>
              </a:rPr>
              <a:t>Ask at parlour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320040" y="502920"/>
            <a:ext cx="1737360" cy="1737360"/>
          </a:xfrm>
          <a:prstGeom prst="ellipse">
            <a:avLst/>
          </a:prstGeom>
          <a:solidFill>
            <a:srgbClr val="FCE8EE"/>
          </a:solidFill>
          <a:ln>
            <a:solidFill>
              <a:srgbClr val="FC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943600" y="8046720"/>
            <a:ext cx="2377440" cy="2377440"/>
          </a:xfrm>
          <a:prstGeom prst="ellipse">
            <a:avLst/>
          </a:prstGeom>
          <a:solidFill>
            <a:srgbClr val="FCE8EE"/>
          </a:solidFill>
          <a:ln>
            <a:solidFill>
              <a:srgbClr val="FC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080760" y="274320"/>
            <a:ext cx="1371600" cy="1371600"/>
          </a:xfrm>
          <a:prstGeom prst="ellipse">
            <a:avLst/>
          </a:prstGeom>
          <a:solidFill>
            <a:srgbClr val="FCE8EE"/>
          </a:solidFill>
          <a:ln>
            <a:solidFill>
              <a:srgbClr val="FC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64592" y="164592"/>
            <a:ext cx="7232904" cy="10360152"/>
          </a:xfrm>
          <a:prstGeom prst="rect">
            <a:avLst/>
          </a:prstGeom>
          <a:noFill/>
          <a:ln w="15240">
            <a:solidFill>
              <a:srgbClr val="D6A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20040" y="10012680"/>
            <a:ext cx="6903720" cy="347472"/>
          </a:xfrm>
          <a:prstGeom prst="roundRect">
            <a:avLst/>
          </a:prstGeom>
          <a:solidFill>
            <a:srgbClr val="310731"/>
          </a:solidFill>
          <a:ln>
            <a:solidFill>
              <a:srgbClr val="3107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0094976"/>
            <a:ext cx="4114800" cy="1828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ptos"/>
              </a:rPr>
              <a:t>Book your appointment: +91 9541020674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89320" y="10094976"/>
            <a:ext cx="1005840" cy="1828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850" b="0" i="0">
                <a:solidFill>
                  <a:srgbClr val="FAD5E2"/>
                </a:solidFill>
                <a:latin typeface="Aptos"/>
              </a:rPr>
              <a:t>Page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320040"/>
            <a:ext cx="6922008" cy="713232"/>
          </a:xfrm>
          <a:prstGeom prst="roundRect">
            <a:avLst/>
          </a:prstGeom>
          <a:solidFill>
            <a:srgbClr val="310731"/>
          </a:solidFill>
          <a:ln>
            <a:solidFill>
              <a:srgbClr val="3107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429768"/>
            <a:ext cx="201168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800" b="1" i="0">
                <a:solidFill>
                  <a:srgbClr val="D6A93D"/>
                </a:solidFill>
                <a:latin typeface="Cambria"/>
              </a:rPr>
              <a:t>KAYA KALP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429768"/>
            <a:ext cx="393192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550" b="1" i="0">
                <a:solidFill>
                  <a:srgbClr val="FFFFFF"/>
                </a:solidFill>
                <a:latin typeface="Cambria"/>
              </a:rPr>
              <a:t>SPECIAL OFFERS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749808"/>
            <a:ext cx="4297680" cy="16459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750" b="0" i="0">
                <a:solidFill>
                  <a:srgbClr val="FCCFE1"/>
                </a:solidFill>
                <a:latin typeface="Aptos"/>
              </a:rPr>
              <a:t>Beauty Parlour | Kaya Kalp, SPMK, SRC | Mob: +91 9541020674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" y="1325880"/>
            <a:ext cx="2084831" cy="15361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6A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offers_collage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93776" y="1380744"/>
            <a:ext cx="1975104" cy="142646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743200" y="1417320"/>
            <a:ext cx="4114800" cy="38404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200" b="1" i="0">
                <a:solidFill>
                  <a:srgbClr val="5B1446"/>
                </a:solidFill>
                <a:latin typeface="Cambria"/>
              </a:rPr>
              <a:t>Special Offers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61488" y="1847088"/>
            <a:ext cx="3977639" cy="25603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1" i="0">
                <a:solidFill>
                  <a:srgbClr val="C4185B"/>
                </a:solidFill>
                <a:latin typeface="Aptos"/>
              </a:rPr>
              <a:t>Suggested combo offers for promotion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61488" y="2167128"/>
            <a:ext cx="3977639" cy="13716"/>
          </a:xfrm>
          <a:prstGeom prst="rect">
            <a:avLst/>
          </a:prstGeom>
          <a:solidFill>
            <a:srgbClr val="D6A93D"/>
          </a:solidFill>
          <a:ln>
            <a:solidFill>
              <a:srgbClr val="D6A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761488" y="2267712"/>
            <a:ext cx="4023360" cy="25603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850" b="0" i="0">
                <a:solidFill>
                  <a:srgbClr val="6C5564"/>
                </a:solidFill>
                <a:latin typeface="Aptos"/>
              </a:rPr>
              <a:t>Professional beauty care for ladies and girls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090672"/>
            <a:ext cx="1417320" cy="292608"/>
          </a:xfrm>
          <a:prstGeom prst="roundRect">
            <a:avLst/>
          </a:prstGeom>
          <a:solidFill>
            <a:srgbClr val="C4185B"/>
          </a:solidFill>
          <a:ln>
            <a:solidFill>
              <a:srgbClr val="C41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66928" y="3159252"/>
            <a:ext cx="1289304" cy="146304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Aptos"/>
              </a:rPr>
              <a:t>Offers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520440"/>
            <a:ext cx="6720840" cy="4572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C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2648" y="3602736"/>
            <a:ext cx="5596128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50" b="0" i="0">
                <a:solidFill>
                  <a:srgbClr val="30182D"/>
                </a:solidFill>
                <a:latin typeface="Aptos"/>
              </a:rPr>
              <a:t>Glow Starter Combo - Eye Brow + Up Lips + Fore Head + Chin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3602736"/>
            <a:ext cx="9144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19" b="1" i="0">
                <a:solidFill>
                  <a:srgbClr val="C4185B"/>
                </a:solidFill>
                <a:latin typeface="Aptos"/>
              </a:rPr>
              <a:t>Rs. 75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023360"/>
            <a:ext cx="6720840" cy="4572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C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12648" y="4105656"/>
            <a:ext cx="5596128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50" b="0" i="0">
                <a:solidFill>
                  <a:srgbClr val="30182D"/>
                </a:solidFill>
                <a:latin typeface="Aptos"/>
              </a:rPr>
              <a:t>Full Grooming Combo - Full Face Wax + Eye Brow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200" y="4105656"/>
            <a:ext cx="9144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19" b="1" i="0">
                <a:solidFill>
                  <a:srgbClr val="C4185B"/>
                </a:solidFill>
                <a:latin typeface="Aptos"/>
              </a:rPr>
              <a:t>Rs. 320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4526280"/>
            <a:ext cx="6720840" cy="4572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C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12648" y="4608576"/>
            <a:ext cx="5596128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50" b="0" i="0">
                <a:solidFill>
                  <a:srgbClr val="30182D"/>
                </a:solidFill>
                <a:latin typeface="Aptos"/>
              </a:rPr>
              <a:t>Hand &amp; Feet Combo - Manicure + Pedicure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72200" y="4608576"/>
            <a:ext cx="9144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19" b="1" i="0">
                <a:solidFill>
                  <a:srgbClr val="C4185B"/>
                </a:solidFill>
                <a:latin typeface="Aptos"/>
              </a:rPr>
              <a:t>Rs. 650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5029200"/>
            <a:ext cx="6720840" cy="4572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C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12648" y="5111496"/>
            <a:ext cx="5596128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50" b="0" i="0">
                <a:solidFill>
                  <a:srgbClr val="30182D"/>
                </a:solidFill>
                <a:latin typeface="Aptos"/>
              </a:rPr>
              <a:t>Bridal Glow Consultation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72200" y="5111496"/>
            <a:ext cx="9144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19" b="1" i="0">
                <a:solidFill>
                  <a:srgbClr val="C4185B"/>
                </a:solidFill>
                <a:latin typeface="Aptos"/>
              </a:rPr>
              <a:t>Free with bridal package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5532120"/>
            <a:ext cx="6720840" cy="4572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C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12648" y="5614416"/>
            <a:ext cx="5596128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50" b="0" i="0">
                <a:solidFill>
                  <a:srgbClr val="30182D"/>
                </a:solidFill>
                <a:latin typeface="Aptos"/>
              </a:rPr>
              <a:t>Hair Spa Day - Streax Hair Spa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72200" y="5614416"/>
            <a:ext cx="9144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19" b="1" i="0">
                <a:solidFill>
                  <a:srgbClr val="C4185B"/>
                </a:solidFill>
                <a:latin typeface="Aptos"/>
              </a:rPr>
              <a:t>Starting Rs. 499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6035040"/>
            <a:ext cx="6720840" cy="4572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C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12648" y="6117336"/>
            <a:ext cx="5596128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50" b="0" i="0">
                <a:solidFill>
                  <a:srgbClr val="30182D"/>
                </a:solidFill>
                <a:latin typeface="Aptos"/>
              </a:rPr>
              <a:t>Party Ready Add-on - Dress Draping + Blow Dry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72200" y="6117336"/>
            <a:ext cx="9144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19" b="1" i="0">
                <a:solidFill>
                  <a:srgbClr val="C4185B"/>
                </a:solidFill>
                <a:latin typeface="Aptos"/>
              </a:rPr>
              <a:t>Rs. 280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920" y="6537960"/>
            <a:ext cx="6720840" cy="4572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C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12648" y="6620256"/>
            <a:ext cx="5596128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50" b="0" i="0">
                <a:solidFill>
                  <a:srgbClr val="30182D"/>
                </a:solidFill>
                <a:latin typeface="Aptos"/>
              </a:rPr>
              <a:t>Premium Facial Upgrade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72200" y="6620256"/>
            <a:ext cx="9144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19" b="1" i="0">
                <a:solidFill>
                  <a:srgbClr val="C4185B"/>
                </a:solidFill>
                <a:latin typeface="Aptos"/>
              </a:rPr>
              <a:t>Ask for monthly offer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02920" y="7040880"/>
            <a:ext cx="6720840" cy="4572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C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12648" y="7123176"/>
            <a:ext cx="5596128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50" b="0" i="0">
                <a:solidFill>
                  <a:srgbClr val="30182D"/>
                </a:solidFill>
                <a:latin typeface="Aptos"/>
              </a:rPr>
              <a:t>Student / Trainee Grooming Day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72200" y="7123176"/>
            <a:ext cx="9144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19" b="1" i="0">
                <a:solidFill>
                  <a:srgbClr val="C4185B"/>
                </a:solidFill>
                <a:latin typeface="Aptos"/>
              </a:rPr>
              <a:t>Special rates at counter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" y="9646920"/>
            <a:ext cx="6492240" cy="237744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780" b="0" i="1">
                <a:solidFill>
                  <a:srgbClr val="6C5564"/>
                </a:solidFill>
                <a:latin typeface="Aptos"/>
              </a:rPr>
              <a:t>Offer prices are suggested promotional rates; confirm validity at the parlour before printing or sharing.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1295</Words>
  <Application>Microsoft Macintosh PowerPoint</Application>
  <PresentationFormat>Custom</PresentationFormat>
  <Paragraphs>289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Microsoft Office User</cp:lastModifiedBy>
  <cp:revision>2</cp:revision>
  <dcterms:created xsi:type="dcterms:W3CDTF">2013-01-27T09:14:16Z</dcterms:created>
  <dcterms:modified xsi:type="dcterms:W3CDTF">2026-07-04T12:37:32Z</dcterms:modified>
  <cp:category/>
</cp:coreProperties>
</file>